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51C24B-3365-4DC3-9653-1D0AB4A8EEA8}" v="15" dt="2026-07-10T06:51:22.8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dika Patel (DHL eCom Blue Dart IN), external" userId="0b578a2c-a366-4aa8-9b68-ff3e3be47be9" providerId="ADAL" clId="{A2A97AD2-E5B7-46C8-A894-309BB386C56B}"/>
    <pc:docChg chg="undo custSel addSld delSld modSld">
      <pc:chgData name="Vedika Patel (DHL eCom Blue Dart IN), external" userId="0b578a2c-a366-4aa8-9b68-ff3e3be47be9" providerId="ADAL" clId="{A2A97AD2-E5B7-46C8-A894-309BB386C56B}" dt="2026-07-10T06:54:53.803" v="1714" actId="26606"/>
      <pc:docMkLst>
        <pc:docMk/>
      </pc:docMkLst>
      <pc:sldChg chg="addSp delSp modSp mod setBg setClrOvrMap">
        <pc:chgData name="Vedika Patel (DHL eCom Blue Dart IN), external" userId="0b578a2c-a366-4aa8-9b68-ff3e3be47be9" providerId="ADAL" clId="{A2A97AD2-E5B7-46C8-A894-309BB386C56B}" dt="2026-07-10T05:46:03.687" v="9" actId="26606"/>
        <pc:sldMkLst>
          <pc:docMk/>
          <pc:sldMk cId="366478496" sldId="256"/>
        </pc:sldMkLst>
        <pc:spChg chg="mod">
          <ac:chgData name="Vedika Patel (DHL eCom Blue Dart IN), external" userId="0b578a2c-a366-4aa8-9b68-ff3e3be47be9" providerId="ADAL" clId="{A2A97AD2-E5B7-46C8-A894-309BB386C56B}" dt="2026-07-10T05:46:03.687" v="9" actId="26606"/>
          <ac:spMkLst>
            <pc:docMk/>
            <pc:sldMk cId="366478496" sldId="256"/>
            <ac:spMk id="2" creationId="{724FC046-EAB7-F11A-62CB-64BF36896DC3}"/>
          </ac:spMkLst>
        </pc:spChg>
        <pc:spChg chg="mod">
          <ac:chgData name="Vedika Patel (DHL eCom Blue Dart IN), external" userId="0b578a2c-a366-4aa8-9b68-ff3e3be47be9" providerId="ADAL" clId="{A2A97AD2-E5B7-46C8-A894-309BB386C56B}" dt="2026-07-10T05:46:03.687" v="9" actId="26606"/>
          <ac:spMkLst>
            <pc:docMk/>
            <pc:sldMk cId="366478496" sldId="256"/>
            <ac:spMk id="3" creationId="{097E3720-2E1D-C514-38F4-A84B90358678}"/>
          </ac:spMkLst>
        </pc:spChg>
        <pc:spChg chg="del">
          <ac:chgData name="Vedika Patel (DHL eCom Blue Dart IN), external" userId="0b578a2c-a366-4aa8-9b68-ff3e3be47be9" providerId="ADAL" clId="{A2A97AD2-E5B7-46C8-A894-309BB386C56B}" dt="2026-07-10T05:45:39.304" v="7" actId="26606"/>
          <ac:spMkLst>
            <pc:docMk/>
            <pc:sldMk cId="366478496" sldId="256"/>
            <ac:spMk id="12" creationId="{B6BC6A0D-8979-47FF-B606-70528EF8E548}"/>
          </ac:spMkLst>
        </pc:spChg>
        <pc:spChg chg="del">
          <ac:chgData name="Vedika Patel (DHL eCom Blue Dart IN), external" userId="0b578a2c-a366-4aa8-9b68-ff3e3be47be9" providerId="ADAL" clId="{A2A97AD2-E5B7-46C8-A894-309BB386C56B}" dt="2026-07-10T05:45:39.304" v="7" actId="26606"/>
          <ac:spMkLst>
            <pc:docMk/>
            <pc:sldMk cId="366478496" sldId="256"/>
            <ac:spMk id="13" creationId="{3B92CCBF-1641-4D35-9B74-6E4981730FF5}"/>
          </ac:spMkLst>
        </pc:spChg>
        <pc:spChg chg="add del">
          <ac:chgData name="Vedika Patel (DHL eCom Blue Dart IN), external" userId="0b578a2c-a366-4aa8-9b68-ff3e3be47be9" providerId="ADAL" clId="{A2A97AD2-E5B7-46C8-A894-309BB386C56B}" dt="2026-07-10T05:46:03.687" v="9" actId="26606"/>
          <ac:spMkLst>
            <pc:docMk/>
            <pc:sldMk cId="366478496" sldId="256"/>
            <ac:spMk id="18" creationId="{64F97EC1-3569-4A79-9DB8-CC79407DFFE2}"/>
          </ac:spMkLst>
        </pc:spChg>
        <pc:spChg chg="add del">
          <ac:chgData name="Vedika Patel (DHL eCom Blue Dart IN), external" userId="0b578a2c-a366-4aa8-9b68-ff3e3be47be9" providerId="ADAL" clId="{A2A97AD2-E5B7-46C8-A894-309BB386C56B}" dt="2026-07-10T05:46:03.687" v="9" actId="26606"/>
          <ac:spMkLst>
            <pc:docMk/>
            <pc:sldMk cId="366478496" sldId="256"/>
            <ac:spMk id="20" creationId="{13E08444-43C3-4332-B02D-F2DBC8C1DBD5}"/>
          </ac:spMkLst>
        </pc:spChg>
        <pc:spChg chg="add">
          <ac:chgData name="Vedika Patel (DHL eCom Blue Dart IN), external" userId="0b578a2c-a366-4aa8-9b68-ff3e3be47be9" providerId="ADAL" clId="{A2A97AD2-E5B7-46C8-A894-309BB386C56B}" dt="2026-07-10T05:46:03.687" v="9" actId="26606"/>
          <ac:spMkLst>
            <pc:docMk/>
            <pc:sldMk cId="366478496" sldId="256"/>
            <ac:spMk id="27" creationId="{F774E8E4-3A52-4B19-AFD7-B242CE61A7A9}"/>
          </ac:spMkLst>
        </pc:spChg>
        <pc:picChg chg="add mod ord">
          <ac:chgData name="Vedika Patel (DHL eCom Blue Dart IN), external" userId="0b578a2c-a366-4aa8-9b68-ff3e3be47be9" providerId="ADAL" clId="{A2A97AD2-E5B7-46C8-A894-309BB386C56B}" dt="2026-07-10T05:46:03.687" v="9" actId="26606"/>
          <ac:picMkLst>
            <pc:docMk/>
            <pc:sldMk cId="366478496" sldId="256"/>
            <ac:picMk id="5" creationId="{EABF2CD4-82B1-3824-711F-2A1863479D9D}"/>
          </ac:picMkLst>
        </pc:picChg>
        <pc:cxnChg chg="add del">
          <ac:chgData name="Vedika Patel (DHL eCom Blue Dart IN), external" userId="0b578a2c-a366-4aa8-9b68-ff3e3be47be9" providerId="ADAL" clId="{A2A97AD2-E5B7-46C8-A894-309BB386C56B}" dt="2026-07-10T05:46:03.687" v="9" actId="26606"/>
          <ac:cxnSpMkLst>
            <pc:docMk/>
            <pc:sldMk cId="366478496" sldId="256"/>
            <ac:cxnSpMk id="22" creationId="{4D848F31-B9E9-4B45-86EB-66A7D70D487A}"/>
          </ac:cxnSpMkLst>
        </pc:cxnChg>
      </pc:sldChg>
      <pc:sldChg chg="addSp modSp mod setBg setClrOvrMap">
        <pc:chgData name="Vedika Patel (DHL eCom Blue Dart IN), external" userId="0b578a2c-a366-4aa8-9b68-ff3e3be47be9" providerId="ADAL" clId="{A2A97AD2-E5B7-46C8-A894-309BB386C56B}" dt="2026-07-10T05:54:12.944" v="300" actId="14100"/>
        <pc:sldMkLst>
          <pc:docMk/>
          <pc:sldMk cId="2373503" sldId="257"/>
        </pc:sldMkLst>
        <pc:spChg chg="mod">
          <ac:chgData name="Vedika Patel (DHL eCom Blue Dart IN), external" userId="0b578a2c-a366-4aa8-9b68-ff3e3be47be9" providerId="ADAL" clId="{A2A97AD2-E5B7-46C8-A894-309BB386C56B}" dt="2026-07-10T05:46:16.127" v="10" actId="26606"/>
          <ac:spMkLst>
            <pc:docMk/>
            <pc:sldMk cId="2373503" sldId="257"/>
            <ac:spMk id="2" creationId="{3245134A-58A2-59D6-E746-0785952EB4BD}"/>
          </ac:spMkLst>
        </pc:spChg>
        <pc:spChg chg="mod">
          <ac:chgData name="Vedika Patel (DHL eCom Blue Dart IN), external" userId="0b578a2c-a366-4aa8-9b68-ff3e3be47be9" providerId="ADAL" clId="{A2A97AD2-E5B7-46C8-A894-309BB386C56B}" dt="2026-07-10T05:54:12.944" v="300" actId="14100"/>
          <ac:spMkLst>
            <pc:docMk/>
            <pc:sldMk cId="2373503" sldId="257"/>
            <ac:spMk id="3" creationId="{3A735FF4-676C-6141-CDDD-82853B616845}"/>
          </ac:spMkLst>
        </pc:spChg>
        <pc:spChg chg="add">
          <ac:chgData name="Vedika Patel (DHL eCom Blue Dart IN), external" userId="0b578a2c-a366-4aa8-9b68-ff3e3be47be9" providerId="ADAL" clId="{A2A97AD2-E5B7-46C8-A894-309BB386C56B}" dt="2026-07-10T05:46:16.127" v="10" actId="26606"/>
          <ac:spMkLst>
            <pc:docMk/>
            <pc:sldMk cId="2373503" sldId="257"/>
            <ac:spMk id="8" creationId="{8BA3D8AB-075F-4BA0-86FD-E58CCD85BC6E}"/>
          </ac:spMkLst>
        </pc:spChg>
        <pc:spChg chg="add">
          <ac:chgData name="Vedika Patel (DHL eCom Blue Dart IN), external" userId="0b578a2c-a366-4aa8-9b68-ff3e3be47be9" providerId="ADAL" clId="{A2A97AD2-E5B7-46C8-A894-309BB386C56B}" dt="2026-07-10T05:46:16.127" v="10" actId="26606"/>
          <ac:spMkLst>
            <pc:docMk/>
            <pc:sldMk cId="2373503" sldId="257"/>
            <ac:spMk id="10" creationId="{5DB0431E-0B04-44A1-9C51-531E28D18A60}"/>
          </ac:spMkLst>
        </pc:spChg>
        <pc:spChg chg="add">
          <ac:chgData name="Vedika Patel (DHL eCom Blue Dart IN), external" userId="0b578a2c-a366-4aa8-9b68-ff3e3be47be9" providerId="ADAL" clId="{A2A97AD2-E5B7-46C8-A894-309BB386C56B}" dt="2026-07-10T05:46:16.127" v="10" actId="26606"/>
          <ac:spMkLst>
            <pc:docMk/>
            <pc:sldMk cId="2373503" sldId="257"/>
            <ac:spMk id="12" creationId="{6B424749-EEE0-49C9-9ABF-97B171A3EA00}"/>
          </ac:spMkLst>
        </pc:spChg>
      </pc:sldChg>
      <pc:sldChg chg="addSp modSp new mod setBg">
        <pc:chgData name="Vedika Patel (DHL eCom Blue Dart IN), external" userId="0b578a2c-a366-4aa8-9b68-ff3e3be47be9" providerId="ADAL" clId="{A2A97AD2-E5B7-46C8-A894-309BB386C56B}" dt="2026-07-10T05:57:06.145" v="360" actId="1076"/>
        <pc:sldMkLst>
          <pc:docMk/>
          <pc:sldMk cId="2861347516" sldId="258"/>
        </pc:sldMkLst>
        <pc:spChg chg="mod">
          <ac:chgData name="Vedika Patel (DHL eCom Blue Dart IN), external" userId="0b578a2c-a366-4aa8-9b68-ff3e3be47be9" providerId="ADAL" clId="{A2A97AD2-E5B7-46C8-A894-309BB386C56B}" dt="2026-07-10T05:55:54.179" v="347" actId="26606"/>
          <ac:spMkLst>
            <pc:docMk/>
            <pc:sldMk cId="2861347516" sldId="258"/>
            <ac:spMk id="2" creationId="{936823AA-7CBF-B613-79BC-C6F3FB81E895}"/>
          </ac:spMkLst>
        </pc:spChg>
        <pc:spChg chg="add">
          <ac:chgData name="Vedika Patel (DHL eCom Blue Dart IN), external" userId="0b578a2c-a366-4aa8-9b68-ff3e3be47be9" providerId="ADAL" clId="{A2A97AD2-E5B7-46C8-A894-309BB386C56B}" dt="2026-07-10T05:55:54.179" v="347" actId="26606"/>
          <ac:spMkLst>
            <pc:docMk/>
            <pc:sldMk cId="2861347516" sldId="258"/>
            <ac:spMk id="9" creationId="{5D5E0904-721C-4D68-9EB8-1C9752E329A7}"/>
          </ac:spMkLst>
        </pc:spChg>
        <pc:spChg chg="add">
          <ac:chgData name="Vedika Patel (DHL eCom Blue Dart IN), external" userId="0b578a2c-a366-4aa8-9b68-ff3e3be47be9" providerId="ADAL" clId="{A2A97AD2-E5B7-46C8-A894-309BB386C56B}" dt="2026-07-10T05:55:54.179" v="347" actId="26606"/>
          <ac:spMkLst>
            <pc:docMk/>
            <pc:sldMk cId="2861347516" sldId="258"/>
            <ac:spMk id="11" creationId="{D0CDF5D3-7220-42A0-9D37-ECF3BF283B37}"/>
          </ac:spMkLst>
        </pc:spChg>
        <pc:spChg chg="add">
          <ac:chgData name="Vedika Patel (DHL eCom Blue Dart IN), external" userId="0b578a2c-a366-4aa8-9b68-ff3e3be47be9" providerId="ADAL" clId="{A2A97AD2-E5B7-46C8-A894-309BB386C56B}" dt="2026-07-10T05:55:54.179" v="347" actId="26606"/>
          <ac:spMkLst>
            <pc:docMk/>
            <pc:sldMk cId="2861347516" sldId="258"/>
            <ac:spMk id="13" creationId="{64BC717F-58B3-4A4E-BC3B-1B11323AD5C9}"/>
          </ac:spMkLst>
        </pc:spChg>
        <pc:spChg chg="add">
          <ac:chgData name="Vedika Patel (DHL eCom Blue Dart IN), external" userId="0b578a2c-a366-4aa8-9b68-ff3e3be47be9" providerId="ADAL" clId="{A2A97AD2-E5B7-46C8-A894-309BB386C56B}" dt="2026-07-10T05:55:54.179" v="347" actId="26606"/>
          <ac:spMkLst>
            <pc:docMk/>
            <pc:sldMk cId="2861347516" sldId="258"/>
            <ac:spMk id="15" creationId="{1EE75710-64C5-4CA8-8A7C-82EE4125C90D}"/>
          </ac:spMkLst>
        </pc:spChg>
        <pc:spChg chg="add">
          <ac:chgData name="Vedika Patel (DHL eCom Blue Dart IN), external" userId="0b578a2c-a366-4aa8-9b68-ff3e3be47be9" providerId="ADAL" clId="{A2A97AD2-E5B7-46C8-A894-309BB386C56B}" dt="2026-07-10T05:55:54.179" v="347" actId="26606"/>
          <ac:spMkLst>
            <pc:docMk/>
            <pc:sldMk cId="2861347516" sldId="258"/>
            <ac:spMk id="17" creationId="{435050B1-74E1-4A81-923D-0F5971A3BC01}"/>
          </ac:spMkLst>
        </pc:spChg>
        <pc:picChg chg="add mod modCrop">
          <ac:chgData name="Vedika Patel (DHL eCom Blue Dart IN), external" userId="0b578a2c-a366-4aa8-9b68-ff3e3be47be9" providerId="ADAL" clId="{A2A97AD2-E5B7-46C8-A894-309BB386C56B}" dt="2026-07-10T05:57:06.145" v="360" actId="1076"/>
          <ac:picMkLst>
            <pc:docMk/>
            <pc:sldMk cId="2861347516" sldId="258"/>
            <ac:picMk id="4" creationId="{FFB954D3-5BEC-0E51-24B9-73E4E23C8065}"/>
          </ac:picMkLst>
        </pc:picChg>
      </pc:sldChg>
      <pc:sldChg chg="addSp delSp modSp new del mod">
        <pc:chgData name="Vedika Patel (DHL eCom Blue Dart IN), external" userId="0b578a2c-a366-4aa8-9b68-ff3e3be47be9" providerId="ADAL" clId="{A2A97AD2-E5B7-46C8-A894-309BB386C56B}" dt="2026-07-10T05:59:58.658" v="406" actId="47"/>
        <pc:sldMkLst>
          <pc:docMk/>
          <pc:sldMk cId="1423234211" sldId="259"/>
        </pc:sldMkLst>
        <pc:spChg chg="del">
          <ac:chgData name="Vedika Patel (DHL eCom Blue Dart IN), external" userId="0b578a2c-a366-4aa8-9b68-ff3e3be47be9" providerId="ADAL" clId="{A2A97AD2-E5B7-46C8-A894-309BB386C56B}" dt="2026-07-10T05:58:27.226" v="362" actId="478"/>
          <ac:spMkLst>
            <pc:docMk/>
            <pc:sldMk cId="1423234211" sldId="259"/>
            <ac:spMk id="2" creationId="{6C7D327D-B17B-273D-C046-AE3D49345020}"/>
          </ac:spMkLst>
        </pc:spChg>
        <pc:spChg chg="add del mod">
          <ac:chgData name="Vedika Patel (DHL eCom Blue Dart IN), external" userId="0b578a2c-a366-4aa8-9b68-ff3e3be47be9" providerId="ADAL" clId="{A2A97AD2-E5B7-46C8-A894-309BB386C56B}" dt="2026-07-10T05:59:20.775" v="383" actId="478"/>
          <ac:spMkLst>
            <pc:docMk/>
            <pc:sldMk cId="1423234211" sldId="259"/>
            <ac:spMk id="5" creationId="{8E3CE37B-3AB4-AF78-0BFA-277BCFFB4AD0}"/>
          </ac:spMkLst>
        </pc:spChg>
        <pc:picChg chg="add mod">
          <ac:chgData name="Vedika Patel (DHL eCom Blue Dart IN), external" userId="0b578a2c-a366-4aa8-9b68-ff3e3be47be9" providerId="ADAL" clId="{A2A97AD2-E5B7-46C8-A894-309BB386C56B}" dt="2026-07-10T05:58:37.349" v="363" actId="931"/>
          <ac:picMkLst>
            <pc:docMk/>
            <pc:sldMk cId="1423234211" sldId="259"/>
            <ac:picMk id="4" creationId="{BB5753AF-A5E6-C081-528C-113FAAB7C2FF}"/>
          </ac:picMkLst>
        </pc:picChg>
      </pc:sldChg>
      <pc:sldChg chg="addSp modSp new mod setBg">
        <pc:chgData name="Vedika Patel (DHL eCom Blue Dart IN), external" userId="0b578a2c-a366-4aa8-9b68-ff3e3be47be9" providerId="ADAL" clId="{A2A97AD2-E5B7-46C8-A894-309BB386C56B}" dt="2026-07-10T06:13:49.731" v="1102" actId="732"/>
        <pc:sldMkLst>
          <pc:docMk/>
          <pc:sldMk cId="1613652158" sldId="260"/>
        </pc:sldMkLst>
        <pc:spChg chg="mod">
          <ac:chgData name="Vedika Patel (DHL eCom Blue Dart IN), external" userId="0b578a2c-a366-4aa8-9b68-ff3e3be47be9" providerId="ADAL" clId="{A2A97AD2-E5B7-46C8-A894-309BB386C56B}" dt="2026-07-10T05:59:37.261" v="401" actId="26606"/>
          <ac:spMkLst>
            <pc:docMk/>
            <pc:sldMk cId="1613652158" sldId="260"/>
            <ac:spMk id="2" creationId="{CCDBE9C5-4031-F981-FA85-7B466DB1AE8B}"/>
          </ac:spMkLst>
        </pc:spChg>
        <pc:spChg chg="add">
          <ac:chgData name="Vedika Patel (DHL eCom Blue Dart IN), external" userId="0b578a2c-a366-4aa8-9b68-ff3e3be47be9" providerId="ADAL" clId="{A2A97AD2-E5B7-46C8-A894-309BB386C56B}" dt="2026-07-10T05:59:37.261" v="401" actId="26606"/>
          <ac:spMkLst>
            <pc:docMk/>
            <pc:sldMk cId="1613652158" sldId="260"/>
            <ac:spMk id="8" creationId="{5D5E0904-721C-4D68-9EB8-1C9752E329A7}"/>
          </ac:spMkLst>
        </pc:spChg>
        <pc:spChg chg="add">
          <ac:chgData name="Vedika Patel (DHL eCom Blue Dart IN), external" userId="0b578a2c-a366-4aa8-9b68-ff3e3be47be9" providerId="ADAL" clId="{A2A97AD2-E5B7-46C8-A894-309BB386C56B}" dt="2026-07-10T05:59:37.261" v="401" actId="26606"/>
          <ac:spMkLst>
            <pc:docMk/>
            <pc:sldMk cId="1613652158" sldId="260"/>
            <ac:spMk id="10" creationId="{D0CDF5D3-7220-42A0-9D37-ECF3BF283B37}"/>
          </ac:spMkLst>
        </pc:spChg>
        <pc:spChg chg="add">
          <ac:chgData name="Vedika Patel (DHL eCom Blue Dart IN), external" userId="0b578a2c-a366-4aa8-9b68-ff3e3be47be9" providerId="ADAL" clId="{A2A97AD2-E5B7-46C8-A894-309BB386C56B}" dt="2026-07-10T05:59:37.261" v="401" actId="26606"/>
          <ac:spMkLst>
            <pc:docMk/>
            <pc:sldMk cId="1613652158" sldId="260"/>
            <ac:spMk id="12" creationId="{64BC717F-58B3-4A4E-BC3B-1B11323AD5C9}"/>
          </ac:spMkLst>
        </pc:spChg>
        <pc:spChg chg="add">
          <ac:chgData name="Vedika Patel (DHL eCom Blue Dart IN), external" userId="0b578a2c-a366-4aa8-9b68-ff3e3be47be9" providerId="ADAL" clId="{A2A97AD2-E5B7-46C8-A894-309BB386C56B}" dt="2026-07-10T05:59:37.261" v="401" actId="26606"/>
          <ac:spMkLst>
            <pc:docMk/>
            <pc:sldMk cId="1613652158" sldId="260"/>
            <ac:spMk id="14" creationId="{1EE75710-64C5-4CA8-8A7C-82EE4125C90D}"/>
          </ac:spMkLst>
        </pc:spChg>
        <pc:spChg chg="add">
          <ac:chgData name="Vedika Patel (DHL eCom Blue Dart IN), external" userId="0b578a2c-a366-4aa8-9b68-ff3e3be47be9" providerId="ADAL" clId="{A2A97AD2-E5B7-46C8-A894-309BB386C56B}" dt="2026-07-10T05:59:37.261" v="401" actId="26606"/>
          <ac:spMkLst>
            <pc:docMk/>
            <pc:sldMk cId="1613652158" sldId="260"/>
            <ac:spMk id="16" creationId="{435050B1-74E1-4A81-923D-0F5971A3BC01}"/>
          </ac:spMkLst>
        </pc:spChg>
        <pc:picChg chg="add mod modCrop">
          <ac:chgData name="Vedika Patel (DHL eCom Blue Dart IN), external" userId="0b578a2c-a366-4aa8-9b68-ff3e3be47be9" providerId="ADAL" clId="{A2A97AD2-E5B7-46C8-A894-309BB386C56B}" dt="2026-07-10T06:13:49.731" v="1102" actId="732"/>
          <ac:picMkLst>
            <pc:docMk/>
            <pc:sldMk cId="1613652158" sldId="260"/>
            <ac:picMk id="3" creationId="{6B02FD7F-6706-0F7E-5B27-819B0875FC73}"/>
          </ac:picMkLst>
        </pc:picChg>
      </pc:sldChg>
      <pc:sldChg chg="addSp delSp modSp new mod setBg">
        <pc:chgData name="Vedika Patel (DHL eCom Blue Dart IN), external" userId="0b578a2c-a366-4aa8-9b68-ff3e3be47be9" providerId="ADAL" clId="{A2A97AD2-E5B7-46C8-A894-309BB386C56B}" dt="2026-07-10T06:10:35.562" v="1053" actId="26606"/>
        <pc:sldMkLst>
          <pc:docMk/>
          <pc:sldMk cId="69884729" sldId="261"/>
        </pc:sldMkLst>
        <pc:spChg chg="mod">
          <ac:chgData name="Vedika Patel (DHL eCom Blue Dart IN), external" userId="0b578a2c-a366-4aa8-9b68-ff3e3be47be9" providerId="ADAL" clId="{A2A97AD2-E5B7-46C8-A894-309BB386C56B}" dt="2026-07-10T06:10:35.562" v="1053" actId="26606"/>
          <ac:spMkLst>
            <pc:docMk/>
            <pc:sldMk cId="69884729" sldId="261"/>
            <ac:spMk id="2" creationId="{8FE3C865-5E22-001F-E121-1688A2400F87}"/>
          </ac:spMkLst>
        </pc:spChg>
        <pc:spChg chg="add del mod">
          <ac:chgData name="Vedika Patel (DHL eCom Blue Dart IN), external" userId="0b578a2c-a366-4aa8-9b68-ff3e3be47be9" providerId="ADAL" clId="{A2A97AD2-E5B7-46C8-A894-309BB386C56B}" dt="2026-07-10T06:10:35.562" v="1053" actId="26606"/>
          <ac:spMkLst>
            <pc:docMk/>
            <pc:sldMk cId="69884729" sldId="261"/>
            <ac:spMk id="3" creationId="{9F48EF41-9553-3535-6367-8520327558EA}"/>
          </ac:spMkLst>
        </pc:spChg>
        <pc:spChg chg="add">
          <ac:chgData name="Vedika Patel (DHL eCom Blue Dart IN), external" userId="0b578a2c-a366-4aa8-9b68-ff3e3be47be9" providerId="ADAL" clId="{A2A97AD2-E5B7-46C8-A894-309BB386C56B}" dt="2026-07-10T06:10:35.562" v="1053" actId="26606"/>
          <ac:spMkLst>
            <pc:docMk/>
            <pc:sldMk cId="69884729" sldId="261"/>
            <ac:spMk id="6" creationId="{C68C397E-C9BC-4DE8-986D-204E427AD949}"/>
          </ac:spMkLst>
        </pc:spChg>
        <pc:spChg chg="add">
          <ac:chgData name="Vedika Patel (DHL eCom Blue Dart IN), external" userId="0b578a2c-a366-4aa8-9b68-ff3e3be47be9" providerId="ADAL" clId="{A2A97AD2-E5B7-46C8-A894-309BB386C56B}" dt="2026-07-10T06:10:35.562" v="1053" actId="26606"/>
          <ac:spMkLst>
            <pc:docMk/>
            <pc:sldMk cId="69884729" sldId="261"/>
            <ac:spMk id="7" creationId="{E4CFB4D4-CFF3-4172-AB21-A2B3D1223E9E}"/>
          </ac:spMkLst>
        </pc:spChg>
        <pc:spChg chg="add del">
          <ac:chgData name="Vedika Patel (DHL eCom Blue Dart IN), external" userId="0b578a2c-a366-4aa8-9b68-ff3e3be47be9" providerId="ADAL" clId="{A2A97AD2-E5B7-46C8-A894-309BB386C56B}" dt="2026-07-10T06:09:20.787" v="925" actId="26606"/>
          <ac:spMkLst>
            <pc:docMk/>
            <pc:sldMk cId="69884729" sldId="261"/>
            <ac:spMk id="9" creationId="{C68C397E-C9BC-4DE8-986D-204E427AD949}"/>
          </ac:spMkLst>
        </pc:spChg>
        <pc:spChg chg="add del">
          <ac:chgData name="Vedika Patel (DHL eCom Blue Dart IN), external" userId="0b578a2c-a366-4aa8-9b68-ff3e3be47be9" providerId="ADAL" clId="{A2A97AD2-E5B7-46C8-A894-309BB386C56B}" dt="2026-07-10T06:09:20.787" v="925" actId="26606"/>
          <ac:spMkLst>
            <pc:docMk/>
            <pc:sldMk cId="69884729" sldId="261"/>
            <ac:spMk id="11" creationId="{E4CFB4D4-CFF3-4172-AB21-A2B3D1223E9E}"/>
          </ac:spMkLst>
        </pc:spChg>
        <pc:graphicFrameChg chg="add del mod">
          <ac:chgData name="Vedika Patel (DHL eCom Blue Dart IN), external" userId="0b578a2c-a366-4aa8-9b68-ff3e3be47be9" providerId="ADAL" clId="{A2A97AD2-E5B7-46C8-A894-309BB386C56B}" dt="2026-07-10T06:09:20.787" v="925" actId="26606"/>
          <ac:graphicFrameMkLst>
            <pc:docMk/>
            <pc:sldMk cId="69884729" sldId="261"/>
            <ac:graphicFrameMk id="5" creationId="{61F8997E-E6EC-0920-9EAE-67AAA55C241B}"/>
          </ac:graphicFrameMkLst>
        </pc:graphicFrameChg>
        <pc:graphicFrameChg chg="add">
          <ac:chgData name="Vedika Patel (DHL eCom Blue Dart IN), external" userId="0b578a2c-a366-4aa8-9b68-ff3e3be47be9" providerId="ADAL" clId="{A2A97AD2-E5B7-46C8-A894-309BB386C56B}" dt="2026-07-10T06:10:35.562" v="1053" actId="26606"/>
          <ac:graphicFrameMkLst>
            <pc:docMk/>
            <pc:sldMk cId="69884729" sldId="261"/>
            <ac:graphicFrameMk id="8" creationId="{0176AAD3-780E-3FA8-F50C-2EF68E8C247D}"/>
          </ac:graphicFrameMkLst>
        </pc:graphicFrameChg>
      </pc:sldChg>
      <pc:sldChg chg="addSp modSp new mod setBg">
        <pc:chgData name="Vedika Patel (DHL eCom Blue Dart IN), external" userId="0b578a2c-a366-4aa8-9b68-ff3e3be47be9" providerId="ADAL" clId="{A2A97AD2-E5B7-46C8-A894-309BB386C56B}" dt="2026-07-10T06:13:23.104" v="1100" actId="14100"/>
        <pc:sldMkLst>
          <pc:docMk/>
          <pc:sldMk cId="3874512857" sldId="262"/>
        </pc:sldMkLst>
        <pc:spChg chg="mod">
          <ac:chgData name="Vedika Patel (DHL eCom Blue Dart IN), external" userId="0b578a2c-a366-4aa8-9b68-ff3e3be47be9" providerId="ADAL" clId="{A2A97AD2-E5B7-46C8-A894-309BB386C56B}" dt="2026-07-10T06:13:13.446" v="1097" actId="26606"/>
          <ac:spMkLst>
            <pc:docMk/>
            <pc:sldMk cId="3874512857" sldId="262"/>
            <ac:spMk id="2" creationId="{429ED0E2-7475-5DD6-5F5A-04C3E98A6409}"/>
          </ac:spMkLst>
        </pc:spChg>
        <pc:spChg chg="add">
          <ac:chgData name="Vedika Patel (DHL eCom Blue Dart IN), external" userId="0b578a2c-a366-4aa8-9b68-ff3e3be47be9" providerId="ADAL" clId="{A2A97AD2-E5B7-46C8-A894-309BB386C56B}" dt="2026-07-10T06:13:13.446" v="1097" actId="26606"/>
          <ac:spMkLst>
            <pc:docMk/>
            <pc:sldMk cId="3874512857" sldId="262"/>
            <ac:spMk id="9" creationId="{5D5E0904-721C-4D68-9EB8-1C9752E329A7}"/>
          </ac:spMkLst>
        </pc:spChg>
        <pc:spChg chg="add">
          <ac:chgData name="Vedika Patel (DHL eCom Blue Dart IN), external" userId="0b578a2c-a366-4aa8-9b68-ff3e3be47be9" providerId="ADAL" clId="{A2A97AD2-E5B7-46C8-A894-309BB386C56B}" dt="2026-07-10T06:13:13.446" v="1097" actId="26606"/>
          <ac:spMkLst>
            <pc:docMk/>
            <pc:sldMk cId="3874512857" sldId="262"/>
            <ac:spMk id="11" creationId="{D0CDF5D3-7220-42A0-9D37-ECF3BF283B37}"/>
          </ac:spMkLst>
        </pc:spChg>
        <pc:spChg chg="add">
          <ac:chgData name="Vedika Patel (DHL eCom Blue Dart IN), external" userId="0b578a2c-a366-4aa8-9b68-ff3e3be47be9" providerId="ADAL" clId="{A2A97AD2-E5B7-46C8-A894-309BB386C56B}" dt="2026-07-10T06:13:13.446" v="1097" actId="26606"/>
          <ac:spMkLst>
            <pc:docMk/>
            <pc:sldMk cId="3874512857" sldId="262"/>
            <ac:spMk id="13" creationId="{64BC717F-58B3-4A4E-BC3B-1B11323AD5C9}"/>
          </ac:spMkLst>
        </pc:spChg>
        <pc:spChg chg="add">
          <ac:chgData name="Vedika Patel (DHL eCom Blue Dart IN), external" userId="0b578a2c-a366-4aa8-9b68-ff3e3be47be9" providerId="ADAL" clId="{A2A97AD2-E5B7-46C8-A894-309BB386C56B}" dt="2026-07-10T06:13:13.446" v="1097" actId="26606"/>
          <ac:spMkLst>
            <pc:docMk/>
            <pc:sldMk cId="3874512857" sldId="262"/>
            <ac:spMk id="15" creationId="{1EE75710-64C5-4CA8-8A7C-82EE4125C90D}"/>
          </ac:spMkLst>
        </pc:spChg>
        <pc:spChg chg="add">
          <ac:chgData name="Vedika Patel (DHL eCom Blue Dart IN), external" userId="0b578a2c-a366-4aa8-9b68-ff3e3be47be9" providerId="ADAL" clId="{A2A97AD2-E5B7-46C8-A894-309BB386C56B}" dt="2026-07-10T06:13:13.446" v="1097" actId="26606"/>
          <ac:spMkLst>
            <pc:docMk/>
            <pc:sldMk cId="3874512857" sldId="262"/>
            <ac:spMk id="17" creationId="{435050B1-74E1-4A81-923D-0F5971A3BC01}"/>
          </ac:spMkLst>
        </pc:spChg>
        <pc:picChg chg="add mod modCrop">
          <ac:chgData name="Vedika Patel (DHL eCom Blue Dart IN), external" userId="0b578a2c-a366-4aa8-9b68-ff3e3be47be9" providerId="ADAL" clId="{A2A97AD2-E5B7-46C8-A894-309BB386C56B}" dt="2026-07-10T06:13:23.104" v="1100" actId="14100"/>
          <ac:picMkLst>
            <pc:docMk/>
            <pc:sldMk cId="3874512857" sldId="262"/>
            <ac:picMk id="4" creationId="{CD7DB532-516B-9DEF-0532-263C4335A616}"/>
          </ac:picMkLst>
        </pc:picChg>
      </pc:sldChg>
      <pc:sldChg chg="addSp delSp modSp new mod setBg">
        <pc:chgData name="Vedika Patel (DHL eCom Blue Dart IN), external" userId="0b578a2c-a366-4aa8-9b68-ff3e3be47be9" providerId="ADAL" clId="{A2A97AD2-E5B7-46C8-A894-309BB386C56B}" dt="2026-07-10T06:27:38.804" v="1395" actId="26606"/>
        <pc:sldMkLst>
          <pc:docMk/>
          <pc:sldMk cId="258342511" sldId="263"/>
        </pc:sldMkLst>
        <pc:spChg chg="mod">
          <ac:chgData name="Vedika Patel (DHL eCom Blue Dart IN), external" userId="0b578a2c-a366-4aa8-9b68-ff3e3be47be9" providerId="ADAL" clId="{A2A97AD2-E5B7-46C8-A894-309BB386C56B}" dt="2026-07-10T06:27:38.804" v="1395" actId="26606"/>
          <ac:spMkLst>
            <pc:docMk/>
            <pc:sldMk cId="258342511" sldId="263"/>
            <ac:spMk id="2" creationId="{BD749D3F-3C54-5693-0F14-7229C7EAE279}"/>
          </ac:spMkLst>
        </pc:spChg>
        <pc:spChg chg="add del mod">
          <ac:chgData name="Vedika Patel (DHL eCom Blue Dart IN), external" userId="0b578a2c-a366-4aa8-9b68-ff3e3be47be9" providerId="ADAL" clId="{A2A97AD2-E5B7-46C8-A894-309BB386C56B}" dt="2026-07-10T06:15:17.785" v="1129"/>
          <ac:spMkLst>
            <pc:docMk/>
            <pc:sldMk cId="258342511" sldId="263"/>
            <ac:spMk id="3" creationId="{9BFC952D-BF0B-879E-7A12-E1765EA75F6F}"/>
          </ac:spMkLst>
        </pc:spChg>
        <pc:spChg chg="add del mod">
          <ac:chgData name="Vedika Patel (DHL eCom Blue Dart IN), external" userId="0b578a2c-a366-4aa8-9b68-ff3e3be47be9" providerId="ADAL" clId="{A2A97AD2-E5B7-46C8-A894-309BB386C56B}" dt="2026-07-10T06:27:38.804" v="1395" actId="26606"/>
          <ac:spMkLst>
            <pc:docMk/>
            <pc:sldMk cId="258342511" sldId="263"/>
            <ac:spMk id="4" creationId="{3DCFFB8A-797F-B7BE-3DEA-6B25AF808BA6}"/>
          </ac:spMkLst>
        </pc:spChg>
        <pc:spChg chg="add">
          <ac:chgData name="Vedika Patel (DHL eCom Blue Dart IN), external" userId="0b578a2c-a366-4aa8-9b68-ff3e3be47be9" providerId="ADAL" clId="{A2A97AD2-E5B7-46C8-A894-309BB386C56B}" dt="2026-07-10T06:23:35.941" v="1172"/>
          <ac:spMkLst>
            <pc:docMk/>
            <pc:sldMk cId="258342511" sldId="263"/>
            <ac:spMk id="5" creationId="{E3BD6EAE-8B85-C77C-4EA8-6B24944C3F56}"/>
          </ac:spMkLst>
        </pc:spChg>
        <pc:spChg chg="add">
          <ac:chgData name="Vedika Patel (DHL eCom Blue Dart IN), external" userId="0b578a2c-a366-4aa8-9b68-ff3e3be47be9" providerId="ADAL" clId="{A2A97AD2-E5B7-46C8-A894-309BB386C56B}" dt="2026-07-10T06:27:38.804" v="1395" actId="26606"/>
          <ac:spMkLst>
            <pc:docMk/>
            <pc:sldMk cId="258342511" sldId="263"/>
            <ac:spMk id="10" creationId="{C68C397E-C9BC-4DE8-986D-204E427AD949}"/>
          </ac:spMkLst>
        </pc:spChg>
        <pc:spChg chg="add">
          <ac:chgData name="Vedika Patel (DHL eCom Blue Dart IN), external" userId="0b578a2c-a366-4aa8-9b68-ff3e3be47be9" providerId="ADAL" clId="{A2A97AD2-E5B7-46C8-A894-309BB386C56B}" dt="2026-07-10T06:27:38.804" v="1395" actId="26606"/>
          <ac:spMkLst>
            <pc:docMk/>
            <pc:sldMk cId="258342511" sldId="263"/>
            <ac:spMk id="12" creationId="{E4CFB4D4-CFF3-4172-AB21-A2B3D1223E9E}"/>
          </ac:spMkLst>
        </pc:spChg>
        <pc:graphicFrameChg chg="add">
          <ac:chgData name="Vedika Patel (DHL eCom Blue Dart IN), external" userId="0b578a2c-a366-4aa8-9b68-ff3e3be47be9" providerId="ADAL" clId="{A2A97AD2-E5B7-46C8-A894-309BB386C56B}" dt="2026-07-10T06:27:38.804" v="1395" actId="26606"/>
          <ac:graphicFrameMkLst>
            <pc:docMk/>
            <pc:sldMk cId="258342511" sldId="263"/>
            <ac:graphicFrameMk id="6" creationId="{5ED889D1-49EB-B4A2-8B00-27A2C6AABBA1}"/>
          </ac:graphicFrameMkLst>
        </pc:graphicFrameChg>
      </pc:sldChg>
      <pc:sldChg chg="addSp modSp new mod setBg">
        <pc:chgData name="Vedika Patel (DHL eCom Blue Dart IN), external" userId="0b578a2c-a366-4aa8-9b68-ff3e3be47be9" providerId="ADAL" clId="{A2A97AD2-E5B7-46C8-A894-309BB386C56B}" dt="2026-07-10T06:31:20.931" v="1434" actId="14100"/>
        <pc:sldMkLst>
          <pc:docMk/>
          <pc:sldMk cId="2751102530" sldId="264"/>
        </pc:sldMkLst>
        <pc:spChg chg="mod">
          <ac:chgData name="Vedika Patel (DHL eCom Blue Dart IN), external" userId="0b578a2c-a366-4aa8-9b68-ff3e3be47be9" providerId="ADAL" clId="{A2A97AD2-E5B7-46C8-A894-309BB386C56B}" dt="2026-07-10T06:30:39.875" v="1424" actId="26606"/>
          <ac:spMkLst>
            <pc:docMk/>
            <pc:sldMk cId="2751102530" sldId="264"/>
            <ac:spMk id="2" creationId="{0965397D-7EC2-8A76-80AC-95EAB939CEA3}"/>
          </ac:spMkLst>
        </pc:spChg>
        <pc:spChg chg="add">
          <ac:chgData name="Vedika Patel (DHL eCom Blue Dart IN), external" userId="0b578a2c-a366-4aa8-9b68-ff3e3be47be9" providerId="ADAL" clId="{A2A97AD2-E5B7-46C8-A894-309BB386C56B}" dt="2026-07-10T06:30:39.875" v="1424" actId="26606"/>
          <ac:spMkLst>
            <pc:docMk/>
            <pc:sldMk cId="2751102530" sldId="264"/>
            <ac:spMk id="9" creationId="{5D5E0904-721C-4D68-9EB8-1C9752E329A7}"/>
          </ac:spMkLst>
        </pc:spChg>
        <pc:spChg chg="add">
          <ac:chgData name="Vedika Patel (DHL eCom Blue Dart IN), external" userId="0b578a2c-a366-4aa8-9b68-ff3e3be47be9" providerId="ADAL" clId="{A2A97AD2-E5B7-46C8-A894-309BB386C56B}" dt="2026-07-10T06:30:39.875" v="1424" actId="26606"/>
          <ac:spMkLst>
            <pc:docMk/>
            <pc:sldMk cId="2751102530" sldId="264"/>
            <ac:spMk id="11" creationId="{D0CDF5D3-7220-42A0-9D37-ECF3BF283B37}"/>
          </ac:spMkLst>
        </pc:spChg>
        <pc:spChg chg="add">
          <ac:chgData name="Vedika Patel (DHL eCom Blue Dart IN), external" userId="0b578a2c-a366-4aa8-9b68-ff3e3be47be9" providerId="ADAL" clId="{A2A97AD2-E5B7-46C8-A894-309BB386C56B}" dt="2026-07-10T06:30:39.875" v="1424" actId="26606"/>
          <ac:spMkLst>
            <pc:docMk/>
            <pc:sldMk cId="2751102530" sldId="264"/>
            <ac:spMk id="13" creationId="{64BC717F-58B3-4A4E-BC3B-1B11323AD5C9}"/>
          </ac:spMkLst>
        </pc:spChg>
        <pc:spChg chg="add">
          <ac:chgData name="Vedika Patel (DHL eCom Blue Dart IN), external" userId="0b578a2c-a366-4aa8-9b68-ff3e3be47be9" providerId="ADAL" clId="{A2A97AD2-E5B7-46C8-A894-309BB386C56B}" dt="2026-07-10T06:30:39.875" v="1424" actId="26606"/>
          <ac:spMkLst>
            <pc:docMk/>
            <pc:sldMk cId="2751102530" sldId="264"/>
            <ac:spMk id="15" creationId="{1EE75710-64C5-4CA8-8A7C-82EE4125C90D}"/>
          </ac:spMkLst>
        </pc:spChg>
        <pc:spChg chg="add">
          <ac:chgData name="Vedika Patel (DHL eCom Blue Dart IN), external" userId="0b578a2c-a366-4aa8-9b68-ff3e3be47be9" providerId="ADAL" clId="{A2A97AD2-E5B7-46C8-A894-309BB386C56B}" dt="2026-07-10T06:30:39.875" v="1424" actId="26606"/>
          <ac:spMkLst>
            <pc:docMk/>
            <pc:sldMk cId="2751102530" sldId="264"/>
            <ac:spMk id="17" creationId="{435050B1-74E1-4A81-923D-0F5971A3BC01}"/>
          </ac:spMkLst>
        </pc:spChg>
        <pc:picChg chg="add mod modCrop">
          <ac:chgData name="Vedika Patel (DHL eCom Blue Dart IN), external" userId="0b578a2c-a366-4aa8-9b68-ff3e3be47be9" providerId="ADAL" clId="{A2A97AD2-E5B7-46C8-A894-309BB386C56B}" dt="2026-07-10T06:31:20.931" v="1434" actId="14100"/>
          <ac:picMkLst>
            <pc:docMk/>
            <pc:sldMk cId="2751102530" sldId="264"/>
            <ac:picMk id="4" creationId="{9675F61F-B308-78F9-86A9-754D181F2A70}"/>
          </ac:picMkLst>
        </pc:picChg>
      </pc:sldChg>
      <pc:sldChg chg="addSp delSp modSp new mod setBg">
        <pc:chgData name="Vedika Patel (DHL eCom Blue Dart IN), external" userId="0b578a2c-a366-4aa8-9b68-ff3e3be47be9" providerId="ADAL" clId="{A2A97AD2-E5B7-46C8-A894-309BB386C56B}" dt="2026-07-10T06:39:22.961" v="1601" actId="14100"/>
        <pc:sldMkLst>
          <pc:docMk/>
          <pc:sldMk cId="2030339500" sldId="265"/>
        </pc:sldMkLst>
        <pc:spChg chg="mod">
          <ac:chgData name="Vedika Patel (DHL eCom Blue Dart IN), external" userId="0b578a2c-a366-4aa8-9b68-ff3e3be47be9" providerId="ADAL" clId="{A2A97AD2-E5B7-46C8-A894-309BB386C56B}" dt="2026-07-10T06:39:06.141" v="1599" actId="26606"/>
          <ac:spMkLst>
            <pc:docMk/>
            <pc:sldMk cId="2030339500" sldId="265"/>
            <ac:spMk id="2" creationId="{9E02AEC5-1C31-CC88-5DA0-7E44CE3289F7}"/>
          </ac:spMkLst>
        </pc:spChg>
        <pc:spChg chg="add del mod">
          <ac:chgData name="Vedika Patel (DHL eCom Blue Dart IN), external" userId="0b578a2c-a366-4aa8-9b68-ff3e3be47be9" providerId="ADAL" clId="{A2A97AD2-E5B7-46C8-A894-309BB386C56B}" dt="2026-07-10T06:39:06.141" v="1599" actId="26606"/>
          <ac:spMkLst>
            <pc:docMk/>
            <pc:sldMk cId="2030339500" sldId="265"/>
            <ac:spMk id="3" creationId="{2705B27D-CF37-1C79-6928-AE9022099D58}"/>
          </ac:spMkLst>
        </pc:spChg>
        <pc:spChg chg="add">
          <ac:chgData name="Vedika Patel (DHL eCom Blue Dart IN), external" userId="0b578a2c-a366-4aa8-9b68-ff3e3be47be9" providerId="ADAL" clId="{A2A97AD2-E5B7-46C8-A894-309BB386C56B}" dt="2026-07-10T06:39:06.141" v="1599" actId="26606"/>
          <ac:spMkLst>
            <pc:docMk/>
            <pc:sldMk cId="2030339500" sldId="265"/>
            <ac:spMk id="9" creationId="{C68C397E-C9BC-4DE8-986D-204E427AD949}"/>
          </ac:spMkLst>
        </pc:spChg>
        <pc:spChg chg="add">
          <ac:chgData name="Vedika Patel (DHL eCom Blue Dart IN), external" userId="0b578a2c-a366-4aa8-9b68-ff3e3be47be9" providerId="ADAL" clId="{A2A97AD2-E5B7-46C8-A894-309BB386C56B}" dt="2026-07-10T06:39:06.141" v="1599" actId="26606"/>
          <ac:spMkLst>
            <pc:docMk/>
            <pc:sldMk cId="2030339500" sldId="265"/>
            <ac:spMk id="11" creationId="{E4CFB4D4-CFF3-4172-AB21-A2B3D1223E9E}"/>
          </ac:spMkLst>
        </pc:spChg>
        <pc:graphicFrameChg chg="add mod">
          <ac:chgData name="Vedika Patel (DHL eCom Blue Dart IN), external" userId="0b578a2c-a366-4aa8-9b68-ff3e3be47be9" providerId="ADAL" clId="{A2A97AD2-E5B7-46C8-A894-309BB386C56B}" dt="2026-07-10T06:39:22.961" v="1601" actId="14100"/>
          <ac:graphicFrameMkLst>
            <pc:docMk/>
            <pc:sldMk cId="2030339500" sldId="265"/>
            <ac:graphicFrameMk id="5" creationId="{B07F021E-5CBA-C8A1-9D51-A5265110A3FF}"/>
          </ac:graphicFrameMkLst>
        </pc:graphicFrameChg>
      </pc:sldChg>
      <pc:sldChg chg="addSp modSp new mod setBg">
        <pc:chgData name="Vedika Patel (DHL eCom Blue Dart IN), external" userId="0b578a2c-a366-4aa8-9b68-ff3e3be47be9" providerId="ADAL" clId="{A2A97AD2-E5B7-46C8-A894-309BB386C56B}" dt="2026-07-10T06:42:33.597" v="1634" actId="14100"/>
        <pc:sldMkLst>
          <pc:docMk/>
          <pc:sldMk cId="299219350" sldId="266"/>
        </pc:sldMkLst>
        <pc:spChg chg="mod">
          <ac:chgData name="Vedika Patel (DHL eCom Blue Dart IN), external" userId="0b578a2c-a366-4aa8-9b68-ff3e3be47be9" providerId="ADAL" clId="{A2A97AD2-E5B7-46C8-A894-309BB386C56B}" dt="2026-07-10T06:42:24.101" v="1630" actId="26606"/>
          <ac:spMkLst>
            <pc:docMk/>
            <pc:sldMk cId="299219350" sldId="266"/>
            <ac:spMk id="2" creationId="{558065E6-5698-0D56-7B37-0E4435A2B3A6}"/>
          </ac:spMkLst>
        </pc:spChg>
        <pc:spChg chg="add">
          <ac:chgData name="Vedika Patel (DHL eCom Blue Dart IN), external" userId="0b578a2c-a366-4aa8-9b68-ff3e3be47be9" providerId="ADAL" clId="{A2A97AD2-E5B7-46C8-A894-309BB386C56B}" dt="2026-07-10T06:42:24.101" v="1630" actId="26606"/>
          <ac:spMkLst>
            <pc:docMk/>
            <pc:sldMk cId="299219350" sldId="266"/>
            <ac:spMk id="9" creationId="{5D5E0904-721C-4D68-9EB8-1C9752E329A7}"/>
          </ac:spMkLst>
        </pc:spChg>
        <pc:spChg chg="add">
          <ac:chgData name="Vedika Patel (DHL eCom Blue Dart IN), external" userId="0b578a2c-a366-4aa8-9b68-ff3e3be47be9" providerId="ADAL" clId="{A2A97AD2-E5B7-46C8-A894-309BB386C56B}" dt="2026-07-10T06:42:24.101" v="1630" actId="26606"/>
          <ac:spMkLst>
            <pc:docMk/>
            <pc:sldMk cId="299219350" sldId="266"/>
            <ac:spMk id="11" creationId="{D0CDF5D3-7220-42A0-9D37-ECF3BF283B37}"/>
          </ac:spMkLst>
        </pc:spChg>
        <pc:spChg chg="add">
          <ac:chgData name="Vedika Patel (DHL eCom Blue Dart IN), external" userId="0b578a2c-a366-4aa8-9b68-ff3e3be47be9" providerId="ADAL" clId="{A2A97AD2-E5B7-46C8-A894-309BB386C56B}" dt="2026-07-10T06:42:24.101" v="1630" actId="26606"/>
          <ac:spMkLst>
            <pc:docMk/>
            <pc:sldMk cId="299219350" sldId="266"/>
            <ac:spMk id="13" creationId="{64BC717F-58B3-4A4E-BC3B-1B11323AD5C9}"/>
          </ac:spMkLst>
        </pc:spChg>
        <pc:spChg chg="add">
          <ac:chgData name="Vedika Patel (DHL eCom Blue Dart IN), external" userId="0b578a2c-a366-4aa8-9b68-ff3e3be47be9" providerId="ADAL" clId="{A2A97AD2-E5B7-46C8-A894-309BB386C56B}" dt="2026-07-10T06:42:24.101" v="1630" actId="26606"/>
          <ac:spMkLst>
            <pc:docMk/>
            <pc:sldMk cId="299219350" sldId="266"/>
            <ac:spMk id="15" creationId="{1EE75710-64C5-4CA8-8A7C-82EE4125C90D}"/>
          </ac:spMkLst>
        </pc:spChg>
        <pc:spChg chg="add">
          <ac:chgData name="Vedika Patel (DHL eCom Blue Dart IN), external" userId="0b578a2c-a366-4aa8-9b68-ff3e3be47be9" providerId="ADAL" clId="{A2A97AD2-E5B7-46C8-A894-309BB386C56B}" dt="2026-07-10T06:42:24.101" v="1630" actId="26606"/>
          <ac:spMkLst>
            <pc:docMk/>
            <pc:sldMk cId="299219350" sldId="266"/>
            <ac:spMk id="17" creationId="{435050B1-74E1-4A81-923D-0F5971A3BC01}"/>
          </ac:spMkLst>
        </pc:spChg>
        <pc:picChg chg="add mod modCrop">
          <ac:chgData name="Vedika Patel (DHL eCom Blue Dart IN), external" userId="0b578a2c-a366-4aa8-9b68-ff3e3be47be9" providerId="ADAL" clId="{A2A97AD2-E5B7-46C8-A894-309BB386C56B}" dt="2026-07-10T06:42:33.597" v="1634" actId="14100"/>
          <ac:picMkLst>
            <pc:docMk/>
            <pc:sldMk cId="299219350" sldId="266"/>
            <ac:picMk id="4" creationId="{39561189-1C31-0BB1-3FC5-C53A00A6617F}"/>
          </ac:picMkLst>
        </pc:picChg>
      </pc:sldChg>
      <pc:sldChg chg="addSp delSp modSp new mod setBg">
        <pc:chgData name="Vedika Patel (DHL eCom Blue Dart IN), external" userId="0b578a2c-a366-4aa8-9b68-ff3e3be47be9" providerId="ADAL" clId="{A2A97AD2-E5B7-46C8-A894-309BB386C56B}" dt="2026-07-10T06:54:53.803" v="1714" actId="26606"/>
        <pc:sldMkLst>
          <pc:docMk/>
          <pc:sldMk cId="1467207283" sldId="267"/>
        </pc:sldMkLst>
        <pc:spChg chg="mod">
          <ac:chgData name="Vedika Patel (DHL eCom Blue Dart IN), external" userId="0b578a2c-a366-4aa8-9b68-ff3e3be47be9" providerId="ADAL" clId="{A2A97AD2-E5B7-46C8-A894-309BB386C56B}" dt="2026-07-10T06:54:53.803" v="1714" actId="26606"/>
          <ac:spMkLst>
            <pc:docMk/>
            <pc:sldMk cId="1467207283" sldId="267"/>
            <ac:spMk id="2" creationId="{C9EC1E7B-36E0-161B-F049-BFBBF528755C}"/>
          </ac:spMkLst>
        </pc:spChg>
        <pc:spChg chg="add del mod">
          <ac:chgData name="Vedika Patel (DHL eCom Blue Dart IN), external" userId="0b578a2c-a366-4aa8-9b68-ff3e3be47be9" providerId="ADAL" clId="{A2A97AD2-E5B7-46C8-A894-309BB386C56B}" dt="2026-07-10T06:52:32.002" v="1698" actId="26606"/>
          <ac:spMkLst>
            <pc:docMk/>
            <pc:sldMk cId="1467207283" sldId="267"/>
            <ac:spMk id="3" creationId="{BC7FA73D-89B5-E9DF-BE93-4941B1EA8598}"/>
          </ac:spMkLst>
        </pc:spChg>
        <pc:spChg chg="add del">
          <ac:chgData name="Vedika Patel (DHL eCom Blue Dart IN), external" userId="0b578a2c-a366-4aa8-9b68-ff3e3be47be9" providerId="ADAL" clId="{A2A97AD2-E5B7-46C8-A894-309BB386C56B}" dt="2026-07-10T06:54:53.803" v="1714" actId="26606"/>
          <ac:spMkLst>
            <pc:docMk/>
            <pc:sldMk cId="1467207283" sldId="267"/>
            <ac:spMk id="9" creationId="{C68C397E-C9BC-4DE8-986D-204E427AD949}"/>
          </ac:spMkLst>
        </pc:spChg>
        <pc:spChg chg="add del">
          <ac:chgData name="Vedika Patel (DHL eCom Blue Dart IN), external" userId="0b578a2c-a366-4aa8-9b68-ff3e3be47be9" providerId="ADAL" clId="{A2A97AD2-E5B7-46C8-A894-309BB386C56B}" dt="2026-07-10T06:54:53.803" v="1714" actId="26606"/>
          <ac:spMkLst>
            <pc:docMk/>
            <pc:sldMk cId="1467207283" sldId="267"/>
            <ac:spMk id="11" creationId="{876248C8-0720-48AB-91BA-5F530BB41E5E}"/>
          </ac:spMkLst>
        </pc:spChg>
        <pc:spChg chg="add del">
          <ac:chgData name="Vedika Patel (DHL eCom Blue Dart IN), external" userId="0b578a2c-a366-4aa8-9b68-ff3e3be47be9" providerId="ADAL" clId="{A2A97AD2-E5B7-46C8-A894-309BB386C56B}" dt="2026-07-10T06:54:53.803" v="1714" actId="26606"/>
          <ac:spMkLst>
            <pc:docMk/>
            <pc:sldMk cId="1467207283" sldId="267"/>
            <ac:spMk id="13" creationId="{523BEDA7-D0B8-4802-8168-92452653BC9F}"/>
          </ac:spMkLst>
        </pc:spChg>
        <pc:spChg chg="add del">
          <ac:chgData name="Vedika Patel (DHL eCom Blue Dart IN), external" userId="0b578a2c-a366-4aa8-9b68-ff3e3be47be9" providerId="ADAL" clId="{A2A97AD2-E5B7-46C8-A894-309BB386C56B}" dt="2026-07-10T06:54:53.803" v="1714" actId="26606"/>
          <ac:spMkLst>
            <pc:docMk/>
            <pc:sldMk cId="1467207283" sldId="267"/>
            <ac:spMk id="15" creationId="{D2EFF34B-7B1A-4F9D-8CEE-A40962BC7C21}"/>
          </ac:spMkLst>
        </pc:spChg>
        <pc:spChg chg="add">
          <ac:chgData name="Vedika Patel (DHL eCom Blue Dart IN), external" userId="0b578a2c-a366-4aa8-9b68-ff3e3be47be9" providerId="ADAL" clId="{A2A97AD2-E5B7-46C8-A894-309BB386C56B}" dt="2026-07-10T06:54:53.803" v="1714" actId="26606"/>
          <ac:spMkLst>
            <pc:docMk/>
            <pc:sldMk cId="1467207283" sldId="267"/>
            <ac:spMk id="20" creationId="{C68C397E-C9BC-4DE8-986D-204E427AD949}"/>
          </ac:spMkLst>
        </pc:spChg>
        <pc:spChg chg="add">
          <ac:chgData name="Vedika Patel (DHL eCom Blue Dart IN), external" userId="0b578a2c-a366-4aa8-9b68-ff3e3be47be9" providerId="ADAL" clId="{A2A97AD2-E5B7-46C8-A894-309BB386C56B}" dt="2026-07-10T06:54:53.803" v="1714" actId="26606"/>
          <ac:spMkLst>
            <pc:docMk/>
            <pc:sldMk cId="1467207283" sldId="267"/>
            <ac:spMk id="22" creationId="{E4CFB4D4-CFF3-4172-AB21-A2B3D1223E9E}"/>
          </ac:spMkLst>
        </pc:spChg>
        <pc:graphicFrameChg chg="add mod modGraphic">
          <ac:chgData name="Vedika Patel (DHL eCom Blue Dart IN), external" userId="0b578a2c-a366-4aa8-9b68-ff3e3be47be9" providerId="ADAL" clId="{A2A97AD2-E5B7-46C8-A894-309BB386C56B}" dt="2026-07-10T06:54:53.803" v="1714" actId="26606"/>
          <ac:graphicFrameMkLst>
            <pc:docMk/>
            <pc:sldMk cId="1467207283" sldId="267"/>
            <ac:graphicFrameMk id="5" creationId="{CB5BD697-B9FD-BD07-D721-140436B4B4A7}"/>
          </ac:graphicFrameMkLst>
        </pc:graphicFrameChg>
      </pc:sldChg>
      <pc:sldChg chg="addSp delSp modSp new mod setBg addAnim">
        <pc:chgData name="Vedika Patel (DHL eCom Blue Dart IN), external" userId="0b578a2c-a366-4aa8-9b68-ff3e3be47be9" providerId="ADAL" clId="{A2A97AD2-E5B7-46C8-A894-309BB386C56B}" dt="2026-07-10T06:53:06.097" v="1713"/>
        <pc:sldMkLst>
          <pc:docMk/>
          <pc:sldMk cId="2969393282" sldId="268"/>
        </pc:sldMkLst>
        <pc:spChg chg="mod">
          <ac:chgData name="Vedika Patel (DHL eCom Blue Dart IN), external" userId="0b578a2c-a366-4aa8-9b68-ff3e3be47be9" providerId="ADAL" clId="{A2A97AD2-E5B7-46C8-A894-309BB386C56B}" dt="2026-07-10T06:53:06.095" v="1711" actId="26606"/>
          <ac:spMkLst>
            <pc:docMk/>
            <pc:sldMk cId="2969393282" sldId="268"/>
            <ac:spMk id="2" creationId="{2117D863-F4EC-A2CF-5B83-88553E100B9C}"/>
          </ac:spMkLst>
        </pc:spChg>
        <pc:spChg chg="del">
          <ac:chgData name="Vedika Patel (DHL eCom Blue Dart IN), external" userId="0b578a2c-a366-4aa8-9b68-ff3e3be47be9" providerId="ADAL" clId="{A2A97AD2-E5B7-46C8-A894-309BB386C56B}" dt="2026-07-10T06:52:58.683" v="1710" actId="478"/>
          <ac:spMkLst>
            <pc:docMk/>
            <pc:sldMk cId="2969393282" sldId="268"/>
            <ac:spMk id="3" creationId="{EAD47073-93D6-D584-35E0-777EDF9AFF46}"/>
          </ac:spMkLst>
        </pc:spChg>
        <pc:picChg chg="add">
          <ac:chgData name="Vedika Patel (DHL eCom Blue Dart IN), external" userId="0b578a2c-a366-4aa8-9b68-ff3e3be47be9" providerId="ADAL" clId="{A2A97AD2-E5B7-46C8-A894-309BB386C56B}" dt="2026-07-10T06:53:06.095" v="1711" actId="26606"/>
          <ac:picMkLst>
            <pc:docMk/>
            <pc:sldMk cId="2969393282" sldId="268"/>
            <ac:picMk id="6" creationId="{00335BAD-61E2-47F6-E8BE-5138ECDCA97A}"/>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svg"/><Relationship Id="rId1" Type="http://schemas.openxmlformats.org/officeDocument/2006/relationships/image" Target="../media/image4.svg"/><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s>
</file>

<file path=ppt/diagrams/_rels/data3.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image" Target="../media/image16.svg"/></Relationships>
</file>

<file path=ppt/diagrams/_rels/data4.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svg"/><Relationship Id="rId1" Type="http://schemas.openxmlformats.org/officeDocument/2006/relationships/image" Target="../media/image4.svg"/><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image" Target="../media/image12.svg"/></Relationships>
</file>

<file path=ppt/diagrams/_rels/drawing3.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image" Target="../media/image16.svg"/></Relationships>
</file>

<file path=ppt/diagrams/_rels/drawing4.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4B106C-23F6-41E6-92A5-D8828D88B47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D0470B0-846D-4B77-A17B-6A0ED2547903}">
      <dgm:prSet/>
      <dgm:spPr/>
      <dgm:t>
        <a:bodyPr/>
        <a:lstStyle/>
        <a:p>
          <a:r>
            <a:rPr lang="en-IN"/>
            <a:t>Total Sales- the sum of all product transactions before deductions</a:t>
          </a:r>
          <a:endParaRPr lang="en-US"/>
        </a:p>
      </dgm:t>
    </dgm:pt>
    <dgm:pt modelId="{72105433-3EF8-433F-BFE3-8113FE86157D}" type="parTrans" cxnId="{FA327911-C81F-4F59-9C2A-50A49938EDAB}">
      <dgm:prSet/>
      <dgm:spPr/>
      <dgm:t>
        <a:bodyPr/>
        <a:lstStyle/>
        <a:p>
          <a:endParaRPr lang="en-US"/>
        </a:p>
      </dgm:t>
    </dgm:pt>
    <dgm:pt modelId="{0C0D965D-0CB8-4500-9A35-EDA02AFD0309}" type="sibTrans" cxnId="{FA327911-C81F-4F59-9C2A-50A49938EDAB}">
      <dgm:prSet/>
      <dgm:spPr/>
      <dgm:t>
        <a:bodyPr/>
        <a:lstStyle/>
        <a:p>
          <a:endParaRPr lang="en-US"/>
        </a:p>
      </dgm:t>
    </dgm:pt>
    <dgm:pt modelId="{0F684F2A-E165-4A70-B64F-426B6390D22D}">
      <dgm:prSet/>
      <dgm:spPr/>
      <dgm:t>
        <a:bodyPr/>
        <a:lstStyle/>
        <a:p>
          <a:r>
            <a:rPr lang="en-IN"/>
            <a:t>Units sold- total quantity of products sold by the company</a:t>
          </a:r>
          <a:endParaRPr lang="en-US"/>
        </a:p>
      </dgm:t>
    </dgm:pt>
    <dgm:pt modelId="{DB234D21-927B-4D1D-8A1A-DAAAF4648BD7}" type="parTrans" cxnId="{FE1094ED-A3CA-486B-8375-9E0E2D19F6CB}">
      <dgm:prSet/>
      <dgm:spPr/>
      <dgm:t>
        <a:bodyPr/>
        <a:lstStyle/>
        <a:p>
          <a:endParaRPr lang="en-US"/>
        </a:p>
      </dgm:t>
    </dgm:pt>
    <dgm:pt modelId="{4BC9CD7B-74DE-4190-9B12-E79C0987F35B}" type="sibTrans" cxnId="{FE1094ED-A3CA-486B-8375-9E0E2D19F6CB}">
      <dgm:prSet/>
      <dgm:spPr/>
      <dgm:t>
        <a:bodyPr/>
        <a:lstStyle/>
        <a:p>
          <a:endParaRPr lang="en-US"/>
        </a:p>
      </dgm:t>
    </dgm:pt>
    <dgm:pt modelId="{C22E1E4D-A62C-4ECE-8774-D3AB5B113140}">
      <dgm:prSet/>
      <dgm:spPr/>
      <dgm:t>
        <a:bodyPr/>
        <a:lstStyle/>
        <a:p>
          <a:r>
            <a:rPr lang="en-IN"/>
            <a:t>Total Shipments- total number of batches of orders sent to customers</a:t>
          </a:r>
          <a:endParaRPr lang="en-US"/>
        </a:p>
      </dgm:t>
    </dgm:pt>
    <dgm:pt modelId="{1558B625-C89B-4CE3-89A0-077BDEDA3161}" type="parTrans" cxnId="{B5BE6ACD-DF3D-47B7-BB55-F8BB917FE891}">
      <dgm:prSet/>
      <dgm:spPr/>
      <dgm:t>
        <a:bodyPr/>
        <a:lstStyle/>
        <a:p>
          <a:endParaRPr lang="en-US"/>
        </a:p>
      </dgm:t>
    </dgm:pt>
    <dgm:pt modelId="{BB221C06-D87B-4189-A262-F3513B0045A8}" type="sibTrans" cxnId="{B5BE6ACD-DF3D-47B7-BB55-F8BB917FE891}">
      <dgm:prSet/>
      <dgm:spPr/>
      <dgm:t>
        <a:bodyPr/>
        <a:lstStyle/>
        <a:p>
          <a:endParaRPr lang="en-US"/>
        </a:p>
      </dgm:t>
    </dgm:pt>
    <dgm:pt modelId="{87B74BC4-EEFC-4A30-84B0-418188885FC2}">
      <dgm:prSet/>
      <dgm:spPr/>
      <dgm:t>
        <a:bodyPr/>
        <a:lstStyle/>
        <a:p>
          <a:r>
            <a:rPr lang="en-IN"/>
            <a:t>APS- the average revenue generated by a single processed shipment </a:t>
          </a:r>
          <a:endParaRPr lang="en-US"/>
        </a:p>
      </dgm:t>
    </dgm:pt>
    <dgm:pt modelId="{CB3ED73A-C02D-494D-81C8-F9B194C68F28}" type="parTrans" cxnId="{C2D8777D-DDBE-42B4-9545-5D70B2EE5913}">
      <dgm:prSet/>
      <dgm:spPr/>
      <dgm:t>
        <a:bodyPr/>
        <a:lstStyle/>
        <a:p>
          <a:endParaRPr lang="en-US"/>
        </a:p>
      </dgm:t>
    </dgm:pt>
    <dgm:pt modelId="{8F1328A0-31E0-46BD-AE13-C7E17462A489}" type="sibTrans" cxnId="{C2D8777D-DDBE-42B4-9545-5D70B2EE5913}">
      <dgm:prSet/>
      <dgm:spPr/>
      <dgm:t>
        <a:bodyPr/>
        <a:lstStyle/>
        <a:p>
          <a:endParaRPr lang="en-US"/>
        </a:p>
      </dgm:t>
    </dgm:pt>
    <dgm:pt modelId="{72398055-3025-411A-923D-75AAE35A6226}">
      <dgm:prSet/>
      <dgm:spPr/>
      <dgm:t>
        <a:bodyPr/>
        <a:lstStyle/>
        <a:p>
          <a:r>
            <a:rPr lang="en-IN"/>
            <a:t>Amount per unit- the average selling price of a singular product</a:t>
          </a:r>
          <a:endParaRPr lang="en-US"/>
        </a:p>
      </dgm:t>
    </dgm:pt>
    <dgm:pt modelId="{BD2C99F4-AF50-439F-845D-74E0BE5153FD}" type="parTrans" cxnId="{2B85CBDE-7C04-4D53-842B-440ACE254435}">
      <dgm:prSet/>
      <dgm:spPr/>
      <dgm:t>
        <a:bodyPr/>
        <a:lstStyle/>
        <a:p>
          <a:endParaRPr lang="en-US"/>
        </a:p>
      </dgm:t>
    </dgm:pt>
    <dgm:pt modelId="{9572ADF9-1EC9-4BE6-A45B-FE5D3C2DB11D}" type="sibTrans" cxnId="{2B85CBDE-7C04-4D53-842B-440ACE254435}">
      <dgm:prSet/>
      <dgm:spPr/>
      <dgm:t>
        <a:bodyPr/>
        <a:lstStyle/>
        <a:p>
          <a:endParaRPr lang="en-US"/>
        </a:p>
      </dgm:t>
    </dgm:pt>
    <dgm:pt modelId="{8DBE1942-5AEC-4501-9253-4B78F48D6AA4}">
      <dgm:prSet/>
      <dgm:spPr/>
      <dgm:t>
        <a:bodyPr/>
        <a:lstStyle/>
        <a:p>
          <a:r>
            <a:rPr lang="en-IN"/>
            <a:t>Total sales by product- a clustered bar chart showing sales by  product</a:t>
          </a:r>
          <a:endParaRPr lang="en-US"/>
        </a:p>
      </dgm:t>
    </dgm:pt>
    <dgm:pt modelId="{F5DDD510-8946-4D8A-87B0-71619210DF95}" type="parTrans" cxnId="{52AEBF23-7144-4DEC-A3B6-EE655A909E98}">
      <dgm:prSet/>
      <dgm:spPr/>
      <dgm:t>
        <a:bodyPr/>
        <a:lstStyle/>
        <a:p>
          <a:endParaRPr lang="en-US"/>
        </a:p>
      </dgm:t>
    </dgm:pt>
    <dgm:pt modelId="{9C3D9A44-380B-4ECF-86F2-B6C40D8A1E40}" type="sibTrans" cxnId="{52AEBF23-7144-4DEC-A3B6-EE655A909E98}">
      <dgm:prSet/>
      <dgm:spPr/>
      <dgm:t>
        <a:bodyPr/>
        <a:lstStyle/>
        <a:p>
          <a:endParaRPr lang="en-US"/>
        </a:p>
      </dgm:t>
    </dgm:pt>
    <dgm:pt modelId="{709A05F1-B1DE-4560-BB1C-E994A87B8EBB}">
      <dgm:prSet/>
      <dgm:spPr/>
      <dgm:t>
        <a:bodyPr/>
        <a:lstStyle/>
        <a:p>
          <a:r>
            <a:rPr lang="en-IN"/>
            <a:t>Total sales by region and store-  a stacked column chart showing sales by region and different stores. </a:t>
          </a:r>
          <a:endParaRPr lang="en-US"/>
        </a:p>
      </dgm:t>
    </dgm:pt>
    <dgm:pt modelId="{D36FB656-068C-4F04-879D-A56C967851CE}" type="parTrans" cxnId="{1D838C0B-9E25-4B84-BD86-F04FA7234BB0}">
      <dgm:prSet/>
      <dgm:spPr/>
      <dgm:t>
        <a:bodyPr/>
        <a:lstStyle/>
        <a:p>
          <a:endParaRPr lang="en-US"/>
        </a:p>
      </dgm:t>
    </dgm:pt>
    <dgm:pt modelId="{7C5EF6EC-8C1F-48AC-8DAE-1C896FCA7469}" type="sibTrans" cxnId="{1D838C0B-9E25-4B84-BD86-F04FA7234BB0}">
      <dgm:prSet/>
      <dgm:spPr/>
      <dgm:t>
        <a:bodyPr/>
        <a:lstStyle/>
        <a:p>
          <a:endParaRPr lang="en-US"/>
        </a:p>
      </dgm:t>
    </dgm:pt>
    <dgm:pt modelId="{A0F1DD75-1BCA-4027-9AF4-91763082F23A}" type="pres">
      <dgm:prSet presAssocID="{574B106C-23F6-41E6-92A5-D8828D88B479}" presName="root" presStyleCnt="0">
        <dgm:presLayoutVars>
          <dgm:dir/>
          <dgm:resizeHandles val="exact"/>
        </dgm:presLayoutVars>
      </dgm:prSet>
      <dgm:spPr/>
    </dgm:pt>
    <dgm:pt modelId="{7E2E5965-59E6-40FA-A8B4-7396D8A7B86B}" type="pres">
      <dgm:prSet presAssocID="{8D0470B0-846D-4B77-A17B-6A0ED2547903}" presName="compNode" presStyleCnt="0"/>
      <dgm:spPr/>
    </dgm:pt>
    <dgm:pt modelId="{DE60ACB6-4D47-41A6-A92F-AE59FF910483}" type="pres">
      <dgm:prSet presAssocID="{8D0470B0-846D-4B77-A17B-6A0ED2547903}" presName="bgRect" presStyleLbl="bgShp" presStyleIdx="0" presStyleCnt="7"/>
      <dgm:spPr/>
    </dgm:pt>
    <dgm:pt modelId="{98DB3936-C221-46AA-BBD4-9F35A4E94296}" type="pres">
      <dgm:prSet presAssocID="{8D0470B0-846D-4B77-A17B-6A0ED2547903}"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alculator"/>
        </a:ext>
      </dgm:extLst>
    </dgm:pt>
    <dgm:pt modelId="{2B4D2D60-6550-41EA-88AF-D8CAA3AE551F}" type="pres">
      <dgm:prSet presAssocID="{8D0470B0-846D-4B77-A17B-6A0ED2547903}" presName="spaceRect" presStyleCnt="0"/>
      <dgm:spPr/>
    </dgm:pt>
    <dgm:pt modelId="{9B8FB65E-FD8C-455C-AD3E-FE40DDA887C5}" type="pres">
      <dgm:prSet presAssocID="{8D0470B0-846D-4B77-A17B-6A0ED2547903}" presName="parTx" presStyleLbl="revTx" presStyleIdx="0" presStyleCnt="7">
        <dgm:presLayoutVars>
          <dgm:chMax val="0"/>
          <dgm:chPref val="0"/>
        </dgm:presLayoutVars>
      </dgm:prSet>
      <dgm:spPr/>
    </dgm:pt>
    <dgm:pt modelId="{5E412D84-8767-4C3C-8E6B-72A6FE16BD83}" type="pres">
      <dgm:prSet presAssocID="{0C0D965D-0CB8-4500-9A35-EDA02AFD0309}" presName="sibTrans" presStyleCnt="0"/>
      <dgm:spPr/>
    </dgm:pt>
    <dgm:pt modelId="{8BA53B2D-FDC3-465D-A04E-5F862CCB2886}" type="pres">
      <dgm:prSet presAssocID="{0F684F2A-E165-4A70-B64F-426B6390D22D}" presName="compNode" presStyleCnt="0"/>
      <dgm:spPr/>
    </dgm:pt>
    <dgm:pt modelId="{2290A1FB-CD83-4880-A771-E4A2F817C444}" type="pres">
      <dgm:prSet presAssocID="{0F684F2A-E165-4A70-B64F-426B6390D22D}" presName="bgRect" presStyleLbl="bgShp" presStyleIdx="1" presStyleCnt="7"/>
      <dgm:spPr/>
    </dgm:pt>
    <dgm:pt modelId="{7FB457D4-24D7-466A-A7CE-EF632803339E}" type="pres">
      <dgm:prSet presAssocID="{0F684F2A-E165-4A70-B64F-426B6390D22D}"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DC6D9EB9-FAEC-4CF0-A260-D9ED3CE46562}" type="pres">
      <dgm:prSet presAssocID="{0F684F2A-E165-4A70-B64F-426B6390D22D}" presName="spaceRect" presStyleCnt="0"/>
      <dgm:spPr/>
    </dgm:pt>
    <dgm:pt modelId="{D5DE79CF-C625-4139-BDB5-22B54F87DB6C}" type="pres">
      <dgm:prSet presAssocID="{0F684F2A-E165-4A70-B64F-426B6390D22D}" presName="parTx" presStyleLbl="revTx" presStyleIdx="1" presStyleCnt="7">
        <dgm:presLayoutVars>
          <dgm:chMax val="0"/>
          <dgm:chPref val="0"/>
        </dgm:presLayoutVars>
      </dgm:prSet>
      <dgm:spPr/>
    </dgm:pt>
    <dgm:pt modelId="{DA73FD77-AE7E-47F3-A5BD-21F406682187}" type="pres">
      <dgm:prSet presAssocID="{4BC9CD7B-74DE-4190-9B12-E79C0987F35B}" presName="sibTrans" presStyleCnt="0"/>
      <dgm:spPr/>
    </dgm:pt>
    <dgm:pt modelId="{7CF84F6A-C299-4A80-A087-8563A7082F5F}" type="pres">
      <dgm:prSet presAssocID="{C22E1E4D-A62C-4ECE-8774-D3AB5B113140}" presName="compNode" presStyleCnt="0"/>
      <dgm:spPr/>
    </dgm:pt>
    <dgm:pt modelId="{0D0E9C61-70B1-41BE-B042-25BF036DB2F9}" type="pres">
      <dgm:prSet presAssocID="{C22E1E4D-A62C-4ECE-8774-D3AB5B113140}" presName="bgRect" presStyleLbl="bgShp" presStyleIdx="2" presStyleCnt="7"/>
      <dgm:spPr/>
    </dgm:pt>
    <dgm:pt modelId="{CFDF9C85-C4AB-46B1-9FCE-5AD6768B8440}" type="pres">
      <dgm:prSet presAssocID="{C22E1E4D-A62C-4ECE-8774-D3AB5B113140}"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ox trolley"/>
        </a:ext>
      </dgm:extLst>
    </dgm:pt>
    <dgm:pt modelId="{9C9752AF-6DF9-40AD-99F8-6F2532D41F4D}" type="pres">
      <dgm:prSet presAssocID="{C22E1E4D-A62C-4ECE-8774-D3AB5B113140}" presName="spaceRect" presStyleCnt="0"/>
      <dgm:spPr/>
    </dgm:pt>
    <dgm:pt modelId="{8DC76FCB-3796-4DF1-B1FE-4F048A0963BD}" type="pres">
      <dgm:prSet presAssocID="{C22E1E4D-A62C-4ECE-8774-D3AB5B113140}" presName="parTx" presStyleLbl="revTx" presStyleIdx="2" presStyleCnt="7">
        <dgm:presLayoutVars>
          <dgm:chMax val="0"/>
          <dgm:chPref val="0"/>
        </dgm:presLayoutVars>
      </dgm:prSet>
      <dgm:spPr/>
    </dgm:pt>
    <dgm:pt modelId="{5BA76EEB-D67B-431A-AD62-CEF891817E56}" type="pres">
      <dgm:prSet presAssocID="{BB221C06-D87B-4189-A262-F3513B0045A8}" presName="sibTrans" presStyleCnt="0"/>
      <dgm:spPr/>
    </dgm:pt>
    <dgm:pt modelId="{BF02E138-F01F-43B0-8BB6-145FC2E09BD5}" type="pres">
      <dgm:prSet presAssocID="{87B74BC4-EEFC-4A30-84B0-418188885FC2}" presName="compNode" presStyleCnt="0"/>
      <dgm:spPr/>
    </dgm:pt>
    <dgm:pt modelId="{6E94B6E4-6080-463F-96F8-3D58EC54E3C5}" type="pres">
      <dgm:prSet presAssocID="{87B74BC4-EEFC-4A30-84B0-418188885FC2}" presName="bgRect" presStyleLbl="bgShp" presStyleIdx="3" presStyleCnt="7"/>
      <dgm:spPr/>
    </dgm:pt>
    <dgm:pt modelId="{E52F95EC-CA3C-4F47-9072-497489205121}" type="pres">
      <dgm:prSet presAssocID="{87B74BC4-EEFC-4A30-84B0-418188885FC2}"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x"/>
        </a:ext>
      </dgm:extLst>
    </dgm:pt>
    <dgm:pt modelId="{5E0840F2-C007-4DF9-99B2-5B3239E5C2A9}" type="pres">
      <dgm:prSet presAssocID="{87B74BC4-EEFC-4A30-84B0-418188885FC2}" presName="spaceRect" presStyleCnt="0"/>
      <dgm:spPr/>
    </dgm:pt>
    <dgm:pt modelId="{81F7B12A-89A2-4360-91CE-4CDE105A85C1}" type="pres">
      <dgm:prSet presAssocID="{87B74BC4-EEFC-4A30-84B0-418188885FC2}" presName="parTx" presStyleLbl="revTx" presStyleIdx="3" presStyleCnt="7">
        <dgm:presLayoutVars>
          <dgm:chMax val="0"/>
          <dgm:chPref val="0"/>
        </dgm:presLayoutVars>
      </dgm:prSet>
      <dgm:spPr/>
    </dgm:pt>
    <dgm:pt modelId="{88190F95-8165-4A63-84FD-39CE582ED131}" type="pres">
      <dgm:prSet presAssocID="{8F1328A0-31E0-46BD-AE13-C7E17462A489}" presName="sibTrans" presStyleCnt="0"/>
      <dgm:spPr/>
    </dgm:pt>
    <dgm:pt modelId="{43AE82B8-9325-4B89-BF94-28F41BDDEDCD}" type="pres">
      <dgm:prSet presAssocID="{72398055-3025-411A-923D-75AAE35A6226}" presName="compNode" presStyleCnt="0"/>
      <dgm:spPr/>
    </dgm:pt>
    <dgm:pt modelId="{0C1C287F-9BD1-4946-879C-7A1DB0A787D5}" type="pres">
      <dgm:prSet presAssocID="{72398055-3025-411A-923D-75AAE35A6226}" presName="bgRect" presStyleLbl="bgShp" presStyleIdx="4" presStyleCnt="7"/>
      <dgm:spPr/>
    </dgm:pt>
    <dgm:pt modelId="{4675DA87-3708-4505-BD2A-0B84DB9DBC85}" type="pres">
      <dgm:prSet presAssocID="{72398055-3025-411A-923D-75AAE35A6226}"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Dollar"/>
        </a:ext>
      </dgm:extLst>
    </dgm:pt>
    <dgm:pt modelId="{7CAC098F-4EF3-4BF7-88D9-0C03ED32790E}" type="pres">
      <dgm:prSet presAssocID="{72398055-3025-411A-923D-75AAE35A6226}" presName="spaceRect" presStyleCnt="0"/>
      <dgm:spPr/>
    </dgm:pt>
    <dgm:pt modelId="{08B586C9-6ABE-453F-BEF9-2A04CF6162AE}" type="pres">
      <dgm:prSet presAssocID="{72398055-3025-411A-923D-75AAE35A6226}" presName="parTx" presStyleLbl="revTx" presStyleIdx="4" presStyleCnt="7">
        <dgm:presLayoutVars>
          <dgm:chMax val="0"/>
          <dgm:chPref val="0"/>
        </dgm:presLayoutVars>
      </dgm:prSet>
      <dgm:spPr/>
    </dgm:pt>
    <dgm:pt modelId="{14108FFE-A323-433C-8957-FADA474854B5}" type="pres">
      <dgm:prSet presAssocID="{9572ADF9-1EC9-4BE6-A45B-FE5D3C2DB11D}" presName="sibTrans" presStyleCnt="0"/>
      <dgm:spPr/>
    </dgm:pt>
    <dgm:pt modelId="{D2CBA169-8BC7-49E5-8422-33DD3E682E3F}" type="pres">
      <dgm:prSet presAssocID="{8DBE1942-5AEC-4501-9253-4B78F48D6AA4}" presName="compNode" presStyleCnt="0"/>
      <dgm:spPr/>
    </dgm:pt>
    <dgm:pt modelId="{A75C14D2-B75E-41B9-B332-CF92FD8B3EF2}" type="pres">
      <dgm:prSet presAssocID="{8DBE1942-5AEC-4501-9253-4B78F48D6AA4}" presName="bgRect" presStyleLbl="bgShp" presStyleIdx="5" presStyleCnt="7"/>
      <dgm:spPr/>
    </dgm:pt>
    <dgm:pt modelId="{22C59FAA-20AC-4614-A152-C69C050CE194}" type="pres">
      <dgm:prSet presAssocID="{8DBE1942-5AEC-4501-9253-4B78F48D6AA4}"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pward trend"/>
        </a:ext>
      </dgm:extLst>
    </dgm:pt>
    <dgm:pt modelId="{4CB49402-7BDC-4F80-BB00-3EE4D1796700}" type="pres">
      <dgm:prSet presAssocID="{8DBE1942-5AEC-4501-9253-4B78F48D6AA4}" presName="spaceRect" presStyleCnt="0"/>
      <dgm:spPr/>
    </dgm:pt>
    <dgm:pt modelId="{5E42E29B-4D03-4F0C-A9F6-752C2FF2A82A}" type="pres">
      <dgm:prSet presAssocID="{8DBE1942-5AEC-4501-9253-4B78F48D6AA4}" presName="parTx" presStyleLbl="revTx" presStyleIdx="5" presStyleCnt="7">
        <dgm:presLayoutVars>
          <dgm:chMax val="0"/>
          <dgm:chPref val="0"/>
        </dgm:presLayoutVars>
      </dgm:prSet>
      <dgm:spPr/>
    </dgm:pt>
    <dgm:pt modelId="{3AF9B970-0AB2-413E-975F-B648E656807A}" type="pres">
      <dgm:prSet presAssocID="{9C3D9A44-380B-4ECF-86F2-B6C40D8A1E40}" presName="sibTrans" presStyleCnt="0"/>
      <dgm:spPr/>
    </dgm:pt>
    <dgm:pt modelId="{D821C8F3-74E4-4F25-AC57-0641617CF078}" type="pres">
      <dgm:prSet presAssocID="{709A05F1-B1DE-4560-BB1C-E994A87B8EBB}" presName="compNode" presStyleCnt="0"/>
      <dgm:spPr/>
    </dgm:pt>
    <dgm:pt modelId="{DE561FBE-FD73-45EE-992C-46960E3139FC}" type="pres">
      <dgm:prSet presAssocID="{709A05F1-B1DE-4560-BB1C-E994A87B8EBB}" presName="bgRect" presStyleLbl="bgShp" presStyleIdx="6" presStyleCnt="7"/>
      <dgm:spPr/>
    </dgm:pt>
    <dgm:pt modelId="{85D610EF-F49B-4560-8976-7BD23514C386}" type="pres">
      <dgm:prSet presAssocID="{709A05F1-B1DE-4560-BB1C-E994A87B8EBB}"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Database"/>
        </a:ext>
      </dgm:extLst>
    </dgm:pt>
    <dgm:pt modelId="{F44D102D-A7C2-4E07-9329-73301F3526CB}" type="pres">
      <dgm:prSet presAssocID="{709A05F1-B1DE-4560-BB1C-E994A87B8EBB}" presName="spaceRect" presStyleCnt="0"/>
      <dgm:spPr/>
    </dgm:pt>
    <dgm:pt modelId="{B865630D-2FD3-42F9-A980-7E49809AEA08}" type="pres">
      <dgm:prSet presAssocID="{709A05F1-B1DE-4560-BB1C-E994A87B8EBB}" presName="parTx" presStyleLbl="revTx" presStyleIdx="6" presStyleCnt="7">
        <dgm:presLayoutVars>
          <dgm:chMax val="0"/>
          <dgm:chPref val="0"/>
        </dgm:presLayoutVars>
      </dgm:prSet>
      <dgm:spPr/>
    </dgm:pt>
  </dgm:ptLst>
  <dgm:cxnLst>
    <dgm:cxn modelId="{1D838C0B-9E25-4B84-BD86-F04FA7234BB0}" srcId="{574B106C-23F6-41E6-92A5-D8828D88B479}" destId="{709A05F1-B1DE-4560-BB1C-E994A87B8EBB}" srcOrd="6" destOrd="0" parTransId="{D36FB656-068C-4F04-879D-A56C967851CE}" sibTransId="{7C5EF6EC-8C1F-48AC-8DAE-1C896FCA7469}"/>
    <dgm:cxn modelId="{F694920E-52E9-409B-B73A-52544EDE4364}" type="presOf" srcId="{709A05F1-B1DE-4560-BB1C-E994A87B8EBB}" destId="{B865630D-2FD3-42F9-A980-7E49809AEA08}" srcOrd="0" destOrd="0" presId="urn:microsoft.com/office/officeart/2018/2/layout/IconVerticalSolidList"/>
    <dgm:cxn modelId="{FA327911-C81F-4F59-9C2A-50A49938EDAB}" srcId="{574B106C-23F6-41E6-92A5-D8828D88B479}" destId="{8D0470B0-846D-4B77-A17B-6A0ED2547903}" srcOrd="0" destOrd="0" parTransId="{72105433-3EF8-433F-BFE3-8113FE86157D}" sibTransId="{0C0D965D-0CB8-4500-9A35-EDA02AFD0309}"/>
    <dgm:cxn modelId="{40448B20-2602-4983-8BDB-D06737BD0731}" type="presOf" srcId="{C22E1E4D-A62C-4ECE-8774-D3AB5B113140}" destId="{8DC76FCB-3796-4DF1-B1FE-4F048A0963BD}" srcOrd="0" destOrd="0" presId="urn:microsoft.com/office/officeart/2018/2/layout/IconVerticalSolidList"/>
    <dgm:cxn modelId="{52AEBF23-7144-4DEC-A3B6-EE655A909E98}" srcId="{574B106C-23F6-41E6-92A5-D8828D88B479}" destId="{8DBE1942-5AEC-4501-9253-4B78F48D6AA4}" srcOrd="5" destOrd="0" parTransId="{F5DDD510-8946-4D8A-87B0-71619210DF95}" sibTransId="{9C3D9A44-380B-4ECF-86F2-B6C40D8A1E40}"/>
    <dgm:cxn modelId="{29E6DE53-A64F-4AFC-822F-580E4641531E}" type="presOf" srcId="{87B74BC4-EEFC-4A30-84B0-418188885FC2}" destId="{81F7B12A-89A2-4360-91CE-4CDE105A85C1}" srcOrd="0" destOrd="0" presId="urn:microsoft.com/office/officeart/2018/2/layout/IconVerticalSolidList"/>
    <dgm:cxn modelId="{C2D8777D-DDBE-42B4-9545-5D70B2EE5913}" srcId="{574B106C-23F6-41E6-92A5-D8828D88B479}" destId="{87B74BC4-EEFC-4A30-84B0-418188885FC2}" srcOrd="3" destOrd="0" parTransId="{CB3ED73A-C02D-494D-81C8-F9B194C68F28}" sibTransId="{8F1328A0-31E0-46BD-AE13-C7E17462A489}"/>
    <dgm:cxn modelId="{78BECA8E-3BA9-41C1-BE0E-7B76CF9E22AC}" type="presOf" srcId="{72398055-3025-411A-923D-75AAE35A6226}" destId="{08B586C9-6ABE-453F-BEF9-2A04CF6162AE}" srcOrd="0" destOrd="0" presId="urn:microsoft.com/office/officeart/2018/2/layout/IconVerticalSolidList"/>
    <dgm:cxn modelId="{A4EE40A2-5749-485F-8A6A-667E11AF84F8}" type="presOf" srcId="{8D0470B0-846D-4B77-A17B-6A0ED2547903}" destId="{9B8FB65E-FD8C-455C-AD3E-FE40DDA887C5}" srcOrd="0" destOrd="0" presId="urn:microsoft.com/office/officeart/2018/2/layout/IconVerticalSolidList"/>
    <dgm:cxn modelId="{98D65AAC-265A-48E0-8949-2C1DBA9F4023}" type="presOf" srcId="{0F684F2A-E165-4A70-B64F-426B6390D22D}" destId="{D5DE79CF-C625-4139-BDB5-22B54F87DB6C}" srcOrd="0" destOrd="0" presId="urn:microsoft.com/office/officeart/2018/2/layout/IconVerticalSolidList"/>
    <dgm:cxn modelId="{BBA4ABBA-AB88-4B1C-9513-0AA866210F36}" type="presOf" srcId="{8DBE1942-5AEC-4501-9253-4B78F48D6AA4}" destId="{5E42E29B-4D03-4F0C-A9F6-752C2FF2A82A}" srcOrd="0" destOrd="0" presId="urn:microsoft.com/office/officeart/2018/2/layout/IconVerticalSolidList"/>
    <dgm:cxn modelId="{B5BE6ACD-DF3D-47B7-BB55-F8BB917FE891}" srcId="{574B106C-23F6-41E6-92A5-D8828D88B479}" destId="{C22E1E4D-A62C-4ECE-8774-D3AB5B113140}" srcOrd="2" destOrd="0" parTransId="{1558B625-C89B-4CE3-89A0-077BDEDA3161}" sibTransId="{BB221C06-D87B-4189-A262-F3513B0045A8}"/>
    <dgm:cxn modelId="{2B85CBDE-7C04-4D53-842B-440ACE254435}" srcId="{574B106C-23F6-41E6-92A5-D8828D88B479}" destId="{72398055-3025-411A-923D-75AAE35A6226}" srcOrd="4" destOrd="0" parTransId="{BD2C99F4-AF50-439F-845D-74E0BE5153FD}" sibTransId="{9572ADF9-1EC9-4BE6-A45B-FE5D3C2DB11D}"/>
    <dgm:cxn modelId="{86E4DFE7-A81E-46A2-A3AD-575B25E8017B}" type="presOf" srcId="{574B106C-23F6-41E6-92A5-D8828D88B479}" destId="{A0F1DD75-1BCA-4027-9AF4-91763082F23A}" srcOrd="0" destOrd="0" presId="urn:microsoft.com/office/officeart/2018/2/layout/IconVerticalSolidList"/>
    <dgm:cxn modelId="{FE1094ED-A3CA-486B-8375-9E0E2D19F6CB}" srcId="{574B106C-23F6-41E6-92A5-D8828D88B479}" destId="{0F684F2A-E165-4A70-B64F-426B6390D22D}" srcOrd="1" destOrd="0" parTransId="{DB234D21-927B-4D1D-8A1A-DAAAF4648BD7}" sibTransId="{4BC9CD7B-74DE-4190-9B12-E79C0987F35B}"/>
    <dgm:cxn modelId="{CF912A2D-6EB8-4980-82FA-392C0D780218}" type="presParOf" srcId="{A0F1DD75-1BCA-4027-9AF4-91763082F23A}" destId="{7E2E5965-59E6-40FA-A8B4-7396D8A7B86B}" srcOrd="0" destOrd="0" presId="urn:microsoft.com/office/officeart/2018/2/layout/IconVerticalSolidList"/>
    <dgm:cxn modelId="{32CC97E2-232B-4D68-B80A-A64C7CC04EB4}" type="presParOf" srcId="{7E2E5965-59E6-40FA-A8B4-7396D8A7B86B}" destId="{DE60ACB6-4D47-41A6-A92F-AE59FF910483}" srcOrd="0" destOrd="0" presId="urn:microsoft.com/office/officeart/2018/2/layout/IconVerticalSolidList"/>
    <dgm:cxn modelId="{AA223439-D575-4B79-BDA9-3C8B1E5BF4F2}" type="presParOf" srcId="{7E2E5965-59E6-40FA-A8B4-7396D8A7B86B}" destId="{98DB3936-C221-46AA-BBD4-9F35A4E94296}" srcOrd="1" destOrd="0" presId="urn:microsoft.com/office/officeart/2018/2/layout/IconVerticalSolidList"/>
    <dgm:cxn modelId="{C7C0919F-E85B-41EF-BCB7-10D4D0F77D03}" type="presParOf" srcId="{7E2E5965-59E6-40FA-A8B4-7396D8A7B86B}" destId="{2B4D2D60-6550-41EA-88AF-D8CAA3AE551F}" srcOrd="2" destOrd="0" presId="urn:microsoft.com/office/officeart/2018/2/layout/IconVerticalSolidList"/>
    <dgm:cxn modelId="{92BF7BC1-6938-4722-84A3-64C8736DEB86}" type="presParOf" srcId="{7E2E5965-59E6-40FA-A8B4-7396D8A7B86B}" destId="{9B8FB65E-FD8C-455C-AD3E-FE40DDA887C5}" srcOrd="3" destOrd="0" presId="urn:microsoft.com/office/officeart/2018/2/layout/IconVerticalSolidList"/>
    <dgm:cxn modelId="{DCCFEEB9-7E2A-4E5A-95FA-72136C96EE0C}" type="presParOf" srcId="{A0F1DD75-1BCA-4027-9AF4-91763082F23A}" destId="{5E412D84-8767-4C3C-8E6B-72A6FE16BD83}" srcOrd="1" destOrd="0" presId="urn:microsoft.com/office/officeart/2018/2/layout/IconVerticalSolidList"/>
    <dgm:cxn modelId="{87203A85-6BA3-4BF4-814E-8A86BB02B114}" type="presParOf" srcId="{A0F1DD75-1BCA-4027-9AF4-91763082F23A}" destId="{8BA53B2D-FDC3-465D-A04E-5F862CCB2886}" srcOrd="2" destOrd="0" presId="urn:microsoft.com/office/officeart/2018/2/layout/IconVerticalSolidList"/>
    <dgm:cxn modelId="{138AEFBF-0E5D-4FB2-BEB4-A3C904FA7372}" type="presParOf" srcId="{8BA53B2D-FDC3-465D-A04E-5F862CCB2886}" destId="{2290A1FB-CD83-4880-A771-E4A2F817C444}" srcOrd="0" destOrd="0" presId="urn:microsoft.com/office/officeart/2018/2/layout/IconVerticalSolidList"/>
    <dgm:cxn modelId="{1EEF4114-866D-4A32-9A5D-A6B84056DAFE}" type="presParOf" srcId="{8BA53B2D-FDC3-465D-A04E-5F862CCB2886}" destId="{7FB457D4-24D7-466A-A7CE-EF632803339E}" srcOrd="1" destOrd="0" presId="urn:microsoft.com/office/officeart/2018/2/layout/IconVerticalSolidList"/>
    <dgm:cxn modelId="{226D5428-8323-4CE8-8687-8C5A8F5DD15B}" type="presParOf" srcId="{8BA53B2D-FDC3-465D-A04E-5F862CCB2886}" destId="{DC6D9EB9-FAEC-4CF0-A260-D9ED3CE46562}" srcOrd="2" destOrd="0" presId="urn:microsoft.com/office/officeart/2018/2/layout/IconVerticalSolidList"/>
    <dgm:cxn modelId="{13BC803D-4EF2-44B4-BCF9-347CC86631D6}" type="presParOf" srcId="{8BA53B2D-FDC3-465D-A04E-5F862CCB2886}" destId="{D5DE79CF-C625-4139-BDB5-22B54F87DB6C}" srcOrd="3" destOrd="0" presId="urn:microsoft.com/office/officeart/2018/2/layout/IconVerticalSolidList"/>
    <dgm:cxn modelId="{66341616-5C57-4658-8E3F-A12836AD6810}" type="presParOf" srcId="{A0F1DD75-1BCA-4027-9AF4-91763082F23A}" destId="{DA73FD77-AE7E-47F3-A5BD-21F406682187}" srcOrd="3" destOrd="0" presId="urn:microsoft.com/office/officeart/2018/2/layout/IconVerticalSolidList"/>
    <dgm:cxn modelId="{CC49FBF5-0F04-43C3-A6B9-BE9187E5AD8F}" type="presParOf" srcId="{A0F1DD75-1BCA-4027-9AF4-91763082F23A}" destId="{7CF84F6A-C299-4A80-A087-8563A7082F5F}" srcOrd="4" destOrd="0" presId="urn:microsoft.com/office/officeart/2018/2/layout/IconVerticalSolidList"/>
    <dgm:cxn modelId="{992F7E48-842D-4682-93D1-8396EA628EB6}" type="presParOf" srcId="{7CF84F6A-C299-4A80-A087-8563A7082F5F}" destId="{0D0E9C61-70B1-41BE-B042-25BF036DB2F9}" srcOrd="0" destOrd="0" presId="urn:microsoft.com/office/officeart/2018/2/layout/IconVerticalSolidList"/>
    <dgm:cxn modelId="{3694FAA7-9C12-4D6D-A272-D0C5CA091661}" type="presParOf" srcId="{7CF84F6A-C299-4A80-A087-8563A7082F5F}" destId="{CFDF9C85-C4AB-46B1-9FCE-5AD6768B8440}" srcOrd="1" destOrd="0" presId="urn:microsoft.com/office/officeart/2018/2/layout/IconVerticalSolidList"/>
    <dgm:cxn modelId="{C18211DC-65C6-448C-9EAD-5EAF50BAE079}" type="presParOf" srcId="{7CF84F6A-C299-4A80-A087-8563A7082F5F}" destId="{9C9752AF-6DF9-40AD-99F8-6F2532D41F4D}" srcOrd="2" destOrd="0" presId="urn:microsoft.com/office/officeart/2018/2/layout/IconVerticalSolidList"/>
    <dgm:cxn modelId="{FB4C428D-BA4D-4F4F-9541-3241CCBA8DE9}" type="presParOf" srcId="{7CF84F6A-C299-4A80-A087-8563A7082F5F}" destId="{8DC76FCB-3796-4DF1-B1FE-4F048A0963BD}" srcOrd="3" destOrd="0" presId="urn:microsoft.com/office/officeart/2018/2/layout/IconVerticalSolidList"/>
    <dgm:cxn modelId="{66ED788E-8298-498D-88AE-10D4D85FA0AA}" type="presParOf" srcId="{A0F1DD75-1BCA-4027-9AF4-91763082F23A}" destId="{5BA76EEB-D67B-431A-AD62-CEF891817E56}" srcOrd="5" destOrd="0" presId="urn:microsoft.com/office/officeart/2018/2/layout/IconVerticalSolidList"/>
    <dgm:cxn modelId="{A797805E-C423-40B5-A416-BA343118A8A9}" type="presParOf" srcId="{A0F1DD75-1BCA-4027-9AF4-91763082F23A}" destId="{BF02E138-F01F-43B0-8BB6-145FC2E09BD5}" srcOrd="6" destOrd="0" presId="urn:microsoft.com/office/officeart/2018/2/layout/IconVerticalSolidList"/>
    <dgm:cxn modelId="{75B80A0C-88ED-41FD-A644-B0EB86D9C5CF}" type="presParOf" srcId="{BF02E138-F01F-43B0-8BB6-145FC2E09BD5}" destId="{6E94B6E4-6080-463F-96F8-3D58EC54E3C5}" srcOrd="0" destOrd="0" presId="urn:microsoft.com/office/officeart/2018/2/layout/IconVerticalSolidList"/>
    <dgm:cxn modelId="{FAA13C57-B0DA-42C6-BAFA-9724E4E2DA9C}" type="presParOf" srcId="{BF02E138-F01F-43B0-8BB6-145FC2E09BD5}" destId="{E52F95EC-CA3C-4F47-9072-497489205121}" srcOrd="1" destOrd="0" presId="urn:microsoft.com/office/officeart/2018/2/layout/IconVerticalSolidList"/>
    <dgm:cxn modelId="{BB4C8E1F-704E-4D5E-833E-352BE250425E}" type="presParOf" srcId="{BF02E138-F01F-43B0-8BB6-145FC2E09BD5}" destId="{5E0840F2-C007-4DF9-99B2-5B3239E5C2A9}" srcOrd="2" destOrd="0" presId="urn:microsoft.com/office/officeart/2018/2/layout/IconVerticalSolidList"/>
    <dgm:cxn modelId="{CFC110EC-BB08-447D-A1A3-B45830E2DA66}" type="presParOf" srcId="{BF02E138-F01F-43B0-8BB6-145FC2E09BD5}" destId="{81F7B12A-89A2-4360-91CE-4CDE105A85C1}" srcOrd="3" destOrd="0" presId="urn:microsoft.com/office/officeart/2018/2/layout/IconVerticalSolidList"/>
    <dgm:cxn modelId="{46F7E228-8090-4D42-9934-1EF6470BBF45}" type="presParOf" srcId="{A0F1DD75-1BCA-4027-9AF4-91763082F23A}" destId="{88190F95-8165-4A63-84FD-39CE582ED131}" srcOrd="7" destOrd="0" presId="urn:microsoft.com/office/officeart/2018/2/layout/IconVerticalSolidList"/>
    <dgm:cxn modelId="{CCD71AD4-1778-445B-9300-801252473C17}" type="presParOf" srcId="{A0F1DD75-1BCA-4027-9AF4-91763082F23A}" destId="{43AE82B8-9325-4B89-BF94-28F41BDDEDCD}" srcOrd="8" destOrd="0" presId="urn:microsoft.com/office/officeart/2018/2/layout/IconVerticalSolidList"/>
    <dgm:cxn modelId="{01C50DC7-7D7D-4244-AE2E-8733ABD02267}" type="presParOf" srcId="{43AE82B8-9325-4B89-BF94-28F41BDDEDCD}" destId="{0C1C287F-9BD1-4946-879C-7A1DB0A787D5}" srcOrd="0" destOrd="0" presId="urn:microsoft.com/office/officeart/2018/2/layout/IconVerticalSolidList"/>
    <dgm:cxn modelId="{FC40B02D-3766-4938-9DA6-FCF931FCFF16}" type="presParOf" srcId="{43AE82B8-9325-4B89-BF94-28F41BDDEDCD}" destId="{4675DA87-3708-4505-BD2A-0B84DB9DBC85}" srcOrd="1" destOrd="0" presId="urn:microsoft.com/office/officeart/2018/2/layout/IconVerticalSolidList"/>
    <dgm:cxn modelId="{3A1C9BD6-B0D3-4954-B10F-96C52DBDF7A6}" type="presParOf" srcId="{43AE82B8-9325-4B89-BF94-28F41BDDEDCD}" destId="{7CAC098F-4EF3-4BF7-88D9-0C03ED32790E}" srcOrd="2" destOrd="0" presId="urn:microsoft.com/office/officeart/2018/2/layout/IconVerticalSolidList"/>
    <dgm:cxn modelId="{6B7E8E32-C207-43A6-B571-2170D7E1B82B}" type="presParOf" srcId="{43AE82B8-9325-4B89-BF94-28F41BDDEDCD}" destId="{08B586C9-6ABE-453F-BEF9-2A04CF6162AE}" srcOrd="3" destOrd="0" presId="urn:microsoft.com/office/officeart/2018/2/layout/IconVerticalSolidList"/>
    <dgm:cxn modelId="{81D320DB-BBAE-488A-8E97-E6B081B470B3}" type="presParOf" srcId="{A0F1DD75-1BCA-4027-9AF4-91763082F23A}" destId="{14108FFE-A323-433C-8957-FADA474854B5}" srcOrd="9" destOrd="0" presId="urn:microsoft.com/office/officeart/2018/2/layout/IconVerticalSolidList"/>
    <dgm:cxn modelId="{781B3B90-5AE3-4E4D-93DE-1C989342F3E1}" type="presParOf" srcId="{A0F1DD75-1BCA-4027-9AF4-91763082F23A}" destId="{D2CBA169-8BC7-49E5-8422-33DD3E682E3F}" srcOrd="10" destOrd="0" presId="urn:microsoft.com/office/officeart/2018/2/layout/IconVerticalSolidList"/>
    <dgm:cxn modelId="{4A0A2B91-59A3-4EDF-8AE3-DCFFAC816DF6}" type="presParOf" srcId="{D2CBA169-8BC7-49E5-8422-33DD3E682E3F}" destId="{A75C14D2-B75E-41B9-B332-CF92FD8B3EF2}" srcOrd="0" destOrd="0" presId="urn:microsoft.com/office/officeart/2018/2/layout/IconVerticalSolidList"/>
    <dgm:cxn modelId="{7FF0E4E0-246A-4615-ACBC-8B97CB2EF529}" type="presParOf" srcId="{D2CBA169-8BC7-49E5-8422-33DD3E682E3F}" destId="{22C59FAA-20AC-4614-A152-C69C050CE194}" srcOrd="1" destOrd="0" presId="urn:microsoft.com/office/officeart/2018/2/layout/IconVerticalSolidList"/>
    <dgm:cxn modelId="{F9A295EF-5BB9-42CC-8F0A-A037AED753EB}" type="presParOf" srcId="{D2CBA169-8BC7-49E5-8422-33DD3E682E3F}" destId="{4CB49402-7BDC-4F80-BB00-3EE4D1796700}" srcOrd="2" destOrd="0" presId="urn:microsoft.com/office/officeart/2018/2/layout/IconVerticalSolidList"/>
    <dgm:cxn modelId="{8CBFA8EA-2A8C-4267-91D6-2B6834F50A9B}" type="presParOf" srcId="{D2CBA169-8BC7-49E5-8422-33DD3E682E3F}" destId="{5E42E29B-4D03-4F0C-A9F6-752C2FF2A82A}" srcOrd="3" destOrd="0" presId="urn:microsoft.com/office/officeart/2018/2/layout/IconVerticalSolidList"/>
    <dgm:cxn modelId="{885DA345-9D96-41F5-A782-97AF842AA1D6}" type="presParOf" srcId="{A0F1DD75-1BCA-4027-9AF4-91763082F23A}" destId="{3AF9B970-0AB2-413E-975F-B648E656807A}" srcOrd="11" destOrd="0" presId="urn:microsoft.com/office/officeart/2018/2/layout/IconVerticalSolidList"/>
    <dgm:cxn modelId="{B1D49755-314A-4CEE-97C4-204F86200124}" type="presParOf" srcId="{A0F1DD75-1BCA-4027-9AF4-91763082F23A}" destId="{D821C8F3-74E4-4F25-AC57-0641617CF078}" srcOrd="12" destOrd="0" presId="urn:microsoft.com/office/officeart/2018/2/layout/IconVerticalSolidList"/>
    <dgm:cxn modelId="{1D598EFB-AA9A-4C61-900F-C2345BF5F3BF}" type="presParOf" srcId="{D821C8F3-74E4-4F25-AC57-0641617CF078}" destId="{DE561FBE-FD73-45EE-992C-46960E3139FC}" srcOrd="0" destOrd="0" presId="urn:microsoft.com/office/officeart/2018/2/layout/IconVerticalSolidList"/>
    <dgm:cxn modelId="{3232BAC2-A27F-4B2B-A5B1-007E404E9641}" type="presParOf" srcId="{D821C8F3-74E4-4F25-AC57-0641617CF078}" destId="{85D610EF-F49B-4560-8976-7BD23514C386}" srcOrd="1" destOrd="0" presId="urn:microsoft.com/office/officeart/2018/2/layout/IconVerticalSolidList"/>
    <dgm:cxn modelId="{1714F765-C87C-4D0A-87BB-B6ED9A21817E}" type="presParOf" srcId="{D821C8F3-74E4-4F25-AC57-0641617CF078}" destId="{F44D102D-A7C2-4E07-9329-73301F3526CB}" srcOrd="2" destOrd="0" presId="urn:microsoft.com/office/officeart/2018/2/layout/IconVerticalSolidList"/>
    <dgm:cxn modelId="{8F02801E-E3FE-4DB9-8E72-0E75F1C52A88}" type="presParOf" srcId="{D821C8F3-74E4-4F25-AC57-0641617CF078}" destId="{B865630D-2FD3-42F9-A980-7E49809AEA0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BE2F3D3-E8B5-47B4-8DFD-85572A05E47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26E1664-62E8-47E5-A1D4-784D39039924}">
      <dgm:prSet/>
      <dgm:spPr/>
      <dgm:t>
        <a:bodyPr/>
        <a:lstStyle/>
        <a:p>
          <a:r>
            <a:rPr lang="en-IN"/>
            <a:t>Total sales and return % by month- It shows monthly revenue trends versus the percentage of sales lost to returns. Splitting by Retail and Wholesale is critical because wholesale buyers usually return items in bulk (due to damage or overstock), while retail returns are individual customer-driven.</a:t>
          </a:r>
          <a:endParaRPr lang="en-US"/>
        </a:p>
      </dgm:t>
    </dgm:pt>
    <dgm:pt modelId="{AD8A2CD3-82CD-4D32-BB97-1BA960984BB6}" type="parTrans" cxnId="{EBA88485-308F-4AAA-90F2-D481EC8C81E8}">
      <dgm:prSet/>
      <dgm:spPr/>
      <dgm:t>
        <a:bodyPr/>
        <a:lstStyle/>
        <a:p>
          <a:endParaRPr lang="en-US"/>
        </a:p>
      </dgm:t>
    </dgm:pt>
    <dgm:pt modelId="{B78D2B5D-6474-4C30-8ECD-80211CA6C639}" type="sibTrans" cxnId="{EBA88485-308F-4AAA-90F2-D481EC8C81E8}">
      <dgm:prSet/>
      <dgm:spPr/>
      <dgm:t>
        <a:bodyPr/>
        <a:lstStyle/>
        <a:p>
          <a:endParaRPr lang="en-US"/>
        </a:p>
      </dgm:t>
    </dgm:pt>
    <dgm:pt modelId="{AE239180-DD73-49D4-A3B6-03876271B2CD}">
      <dgm:prSet/>
      <dgm:spPr/>
      <dgm:t>
        <a:bodyPr/>
        <a:lstStyle/>
        <a:p>
          <a:r>
            <a:rPr lang="en-IN"/>
            <a:t>Total sales by different promotions- It isolates how much revenue was driven by specific discount codes, seasonal events, or clearance campaigns versus standard full-price organic sales ("None"). This tells management which promotions actually drive volume and which ones just dilute profits.</a:t>
          </a:r>
          <a:endParaRPr lang="en-US"/>
        </a:p>
      </dgm:t>
    </dgm:pt>
    <dgm:pt modelId="{B00BAD47-ED75-4D69-B3F8-33189F2F4797}" type="parTrans" cxnId="{8A0D853E-ECCA-4862-A14D-1532E223243B}">
      <dgm:prSet/>
      <dgm:spPr/>
      <dgm:t>
        <a:bodyPr/>
        <a:lstStyle/>
        <a:p>
          <a:endParaRPr lang="en-US"/>
        </a:p>
      </dgm:t>
    </dgm:pt>
    <dgm:pt modelId="{62C82067-4783-4C21-82FF-1C0DB4BBAA2D}" type="sibTrans" cxnId="{8A0D853E-ECCA-4862-A14D-1532E223243B}">
      <dgm:prSet/>
      <dgm:spPr/>
      <dgm:t>
        <a:bodyPr/>
        <a:lstStyle/>
        <a:p>
          <a:endParaRPr lang="en-US"/>
        </a:p>
      </dgm:t>
    </dgm:pt>
    <dgm:pt modelId="{5F477586-77F4-4F9E-9166-97EE52E6D20C}">
      <dgm:prSet/>
      <dgm:spPr/>
      <dgm:t>
        <a:bodyPr/>
        <a:lstStyle/>
        <a:p>
          <a:r>
            <a:rPr lang="en-IN"/>
            <a:t>Order vs Delivery gap-  It highlights operational bottlenecks. If your "Sales by Order Date" is spiking but "Sales by Delivery Date" is lagging weeks behind, your warehouse or shipping partners are facing backlogs. And if it is the other way round then, it shows carryovers. </a:t>
          </a:r>
          <a:endParaRPr lang="en-US"/>
        </a:p>
      </dgm:t>
    </dgm:pt>
    <dgm:pt modelId="{7B8B3563-A919-4476-8962-6808780DEE82}" type="parTrans" cxnId="{9E5CCEED-A660-4151-A01C-3033D4A3B3AC}">
      <dgm:prSet/>
      <dgm:spPr/>
      <dgm:t>
        <a:bodyPr/>
        <a:lstStyle/>
        <a:p>
          <a:endParaRPr lang="en-US"/>
        </a:p>
      </dgm:t>
    </dgm:pt>
    <dgm:pt modelId="{673F5A03-7FF1-464C-934C-71230484FBE2}" type="sibTrans" cxnId="{9E5CCEED-A660-4151-A01C-3033D4A3B3AC}">
      <dgm:prSet/>
      <dgm:spPr/>
      <dgm:t>
        <a:bodyPr/>
        <a:lstStyle/>
        <a:p>
          <a:endParaRPr lang="en-US"/>
        </a:p>
      </dgm:t>
    </dgm:pt>
    <dgm:pt modelId="{93001C49-BB39-4A9C-A1E1-78FA75E3673C}" type="pres">
      <dgm:prSet presAssocID="{6BE2F3D3-E8B5-47B4-8DFD-85572A05E47D}" presName="root" presStyleCnt="0">
        <dgm:presLayoutVars>
          <dgm:dir/>
          <dgm:resizeHandles val="exact"/>
        </dgm:presLayoutVars>
      </dgm:prSet>
      <dgm:spPr/>
    </dgm:pt>
    <dgm:pt modelId="{9F783082-2137-4740-8C25-948A9EFFD26D}" type="pres">
      <dgm:prSet presAssocID="{726E1664-62E8-47E5-A1D4-784D39039924}" presName="compNode" presStyleCnt="0"/>
      <dgm:spPr/>
    </dgm:pt>
    <dgm:pt modelId="{FFBD565A-6ED3-4CA4-9D17-4DC2EA485E35}" type="pres">
      <dgm:prSet presAssocID="{726E1664-62E8-47E5-A1D4-784D39039924}" presName="bgRect" presStyleLbl="bgShp" presStyleIdx="0" presStyleCnt="3"/>
      <dgm:spPr/>
    </dgm:pt>
    <dgm:pt modelId="{A2845190-DD59-42B4-9124-8189C84C7C85}" type="pres">
      <dgm:prSet presAssocID="{726E1664-62E8-47E5-A1D4-784D39039924}"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ar Graph with Downward Trend"/>
        </a:ext>
      </dgm:extLst>
    </dgm:pt>
    <dgm:pt modelId="{9F1F554D-A823-42FA-A243-96E09A695C16}" type="pres">
      <dgm:prSet presAssocID="{726E1664-62E8-47E5-A1D4-784D39039924}" presName="spaceRect" presStyleCnt="0"/>
      <dgm:spPr/>
    </dgm:pt>
    <dgm:pt modelId="{123A1846-4A56-4010-AB5E-8FE805C2996F}" type="pres">
      <dgm:prSet presAssocID="{726E1664-62E8-47E5-A1D4-784D39039924}" presName="parTx" presStyleLbl="revTx" presStyleIdx="0" presStyleCnt="3">
        <dgm:presLayoutVars>
          <dgm:chMax val="0"/>
          <dgm:chPref val="0"/>
        </dgm:presLayoutVars>
      </dgm:prSet>
      <dgm:spPr/>
    </dgm:pt>
    <dgm:pt modelId="{8BB551DA-B4A6-4B6A-A205-F2687BFAE00B}" type="pres">
      <dgm:prSet presAssocID="{B78D2B5D-6474-4C30-8ECD-80211CA6C639}" presName="sibTrans" presStyleCnt="0"/>
      <dgm:spPr/>
    </dgm:pt>
    <dgm:pt modelId="{8C519A0D-2658-410E-8E41-56FE2894FB63}" type="pres">
      <dgm:prSet presAssocID="{AE239180-DD73-49D4-A3B6-03876271B2CD}" presName="compNode" presStyleCnt="0"/>
      <dgm:spPr/>
    </dgm:pt>
    <dgm:pt modelId="{BF1D344B-AEDE-4CDF-B195-96C8C7396006}" type="pres">
      <dgm:prSet presAssocID="{AE239180-DD73-49D4-A3B6-03876271B2CD}" presName="bgRect" presStyleLbl="bgShp" presStyleIdx="1" presStyleCnt="3"/>
      <dgm:spPr/>
    </dgm:pt>
    <dgm:pt modelId="{BEF8D5A4-33AA-406D-9152-CC34C33580E1}" type="pres">
      <dgm:prSet presAssocID="{AE239180-DD73-49D4-A3B6-03876271B2CD}"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g"/>
        </a:ext>
      </dgm:extLst>
    </dgm:pt>
    <dgm:pt modelId="{76356E91-15DD-428B-A231-44D57C49E0F2}" type="pres">
      <dgm:prSet presAssocID="{AE239180-DD73-49D4-A3B6-03876271B2CD}" presName="spaceRect" presStyleCnt="0"/>
      <dgm:spPr/>
    </dgm:pt>
    <dgm:pt modelId="{A78D1F20-6695-4050-9EC0-F349810BC405}" type="pres">
      <dgm:prSet presAssocID="{AE239180-DD73-49D4-A3B6-03876271B2CD}" presName="parTx" presStyleLbl="revTx" presStyleIdx="1" presStyleCnt="3">
        <dgm:presLayoutVars>
          <dgm:chMax val="0"/>
          <dgm:chPref val="0"/>
        </dgm:presLayoutVars>
      </dgm:prSet>
      <dgm:spPr/>
    </dgm:pt>
    <dgm:pt modelId="{0591C0C1-B635-47FD-BB3C-4B28B53A1DCE}" type="pres">
      <dgm:prSet presAssocID="{62C82067-4783-4C21-82FF-1C0DB4BBAA2D}" presName="sibTrans" presStyleCnt="0"/>
      <dgm:spPr/>
    </dgm:pt>
    <dgm:pt modelId="{15489FEF-A8CF-453B-B940-72D680C4B64B}" type="pres">
      <dgm:prSet presAssocID="{5F477586-77F4-4F9E-9166-97EE52E6D20C}" presName="compNode" presStyleCnt="0"/>
      <dgm:spPr/>
    </dgm:pt>
    <dgm:pt modelId="{7D6446D6-551A-4DCA-9BA6-9CF6358ECBA2}" type="pres">
      <dgm:prSet presAssocID="{5F477586-77F4-4F9E-9166-97EE52E6D20C}" presName="bgRect" presStyleLbl="bgShp" presStyleIdx="2" presStyleCnt="3"/>
      <dgm:spPr/>
    </dgm:pt>
    <dgm:pt modelId="{02ECEBDF-13CF-49E4-B65B-AA344CD49C05}" type="pres">
      <dgm:prSet presAssocID="{5F477586-77F4-4F9E-9166-97EE52E6D20C}"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ruck"/>
        </a:ext>
      </dgm:extLst>
    </dgm:pt>
    <dgm:pt modelId="{75657618-E95C-4F35-8DFF-6D96A3EE9316}" type="pres">
      <dgm:prSet presAssocID="{5F477586-77F4-4F9E-9166-97EE52E6D20C}" presName="spaceRect" presStyleCnt="0"/>
      <dgm:spPr/>
    </dgm:pt>
    <dgm:pt modelId="{BD0AC4F2-8393-40CD-A2DB-545852808676}" type="pres">
      <dgm:prSet presAssocID="{5F477586-77F4-4F9E-9166-97EE52E6D20C}" presName="parTx" presStyleLbl="revTx" presStyleIdx="2" presStyleCnt="3">
        <dgm:presLayoutVars>
          <dgm:chMax val="0"/>
          <dgm:chPref val="0"/>
        </dgm:presLayoutVars>
      </dgm:prSet>
      <dgm:spPr/>
    </dgm:pt>
  </dgm:ptLst>
  <dgm:cxnLst>
    <dgm:cxn modelId="{838E1628-93B4-4123-B0AD-74B28A2D0834}" type="presOf" srcId="{AE239180-DD73-49D4-A3B6-03876271B2CD}" destId="{A78D1F20-6695-4050-9EC0-F349810BC405}" srcOrd="0" destOrd="0" presId="urn:microsoft.com/office/officeart/2018/2/layout/IconVerticalSolidList"/>
    <dgm:cxn modelId="{62593A3E-6481-47D9-A255-1B399CE738DE}" type="presOf" srcId="{6BE2F3D3-E8B5-47B4-8DFD-85572A05E47D}" destId="{93001C49-BB39-4A9C-A1E1-78FA75E3673C}" srcOrd="0" destOrd="0" presId="urn:microsoft.com/office/officeart/2018/2/layout/IconVerticalSolidList"/>
    <dgm:cxn modelId="{8A0D853E-ECCA-4862-A14D-1532E223243B}" srcId="{6BE2F3D3-E8B5-47B4-8DFD-85572A05E47D}" destId="{AE239180-DD73-49D4-A3B6-03876271B2CD}" srcOrd="1" destOrd="0" parTransId="{B00BAD47-ED75-4D69-B3F8-33189F2F4797}" sibTransId="{62C82067-4783-4C21-82FF-1C0DB4BBAA2D}"/>
    <dgm:cxn modelId="{EBA88485-308F-4AAA-90F2-D481EC8C81E8}" srcId="{6BE2F3D3-E8B5-47B4-8DFD-85572A05E47D}" destId="{726E1664-62E8-47E5-A1D4-784D39039924}" srcOrd="0" destOrd="0" parTransId="{AD8A2CD3-82CD-4D32-BB97-1BA960984BB6}" sibTransId="{B78D2B5D-6474-4C30-8ECD-80211CA6C639}"/>
    <dgm:cxn modelId="{FB6A1ADD-7150-4B33-A5C7-F12754A1AD97}" type="presOf" srcId="{5F477586-77F4-4F9E-9166-97EE52E6D20C}" destId="{BD0AC4F2-8393-40CD-A2DB-545852808676}" srcOrd="0" destOrd="0" presId="urn:microsoft.com/office/officeart/2018/2/layout/IconVerticalSolidList"/>
    <dgm:cxn modelId="{1D7218E9-E110-4FAD-8C78-561756560ED5}" type="presOf" srcId="{726E1664-62E8-47E5-A1D4-784D39039924}" destId="{123A1846-4A56-4010-AB5E-8FE805C2996F}" srcOrd="0" destOrd="0" presId="urn:microsoft.com/office/officeart/2018/2/layout/IconVerticalSolidList"/>
    <dgm:cxn modelId="{9E5CCEED-A660-4151-A01C-3033D4A3B3AC}" srcId="{6BE2F3D3-E8B5-47B4-8DFD-85572A05E47D}" destId="{5F477586-77F4-4F9E-9166-97EE52E6D20C}" srcOrd="2" destOrd="0" parTransId="{7B8B3563-A919-4476-8962-6808780DEE82}" sibTransId="{673F5A03-7FF1-464C-934C-71230484FBE2}"/>
    <dgm:cxn modelId="{182945DE-862E-4E53-A057-F9948E0C638F}" type="presParOf" srcId="{93001C49-BB39-4A9C-A1E1-78FA75E3673C}" destId="{9F783082-2137-4740-8C25-948A9EFFD26D}" srcOrd="0" destOrd="0" presId="urn:microsoft.com/office/officeart/2018/2/layout/IconVerticalSolidList"/>
    <dgm:cxn modelId="{A29C96EE-63BE-45FF-B4B9-390A973E428C}" type="presParOf" srcId="{9F783082-2137-4740-8C25-948A9EFFD26D}" destId="{FFBD565A-6ED3-4CA4-9D17-4DC2EA485E35}" srcOrd="0" destOrd="0" presId="urn:microsoft.com/office/officeart/2018/2/layout/IconVerticalSolidList"/>
    <dgm:cxn modelId="{65CC0FBA-2B8A-40BB-BDFA-C77C99E75988}" type="presParOf" srcId="{9F783082-2137-4740-8C25-948A9EFFD26D}" destId="{A2845190-DD59-42B4-9124-8189C84C7C85}" srcOrd="1" destOrd="0" presId="urn:microsoft.com/office/officeart/2018/2/layout/IconVerticalSolidList"/>
    <dgm:cxn modelId="{B0E26A9E-9945-49BB-8457-E71FB8A32B09}" type="presParOf" srcId="{9F783082-2137-4740-8C25-948A9EFFD26D}" destId="{9F1F554D-A823-42FA-A243-96E09A695C16}" srcOrd="2" destOrd="0" presId="urn:microsoft.com/office/officeart/2018/2/layout/IconVerticalSolidList"/>
    <dgm:cxn modelId="{6A756748-25B6-44CA-A393-8D3E57FBD4D5}" type="presParOf" srcId="{9F783082-2137-4740-8C25-948A9EFFD26D}" destId="{123A1846-4A56-4010-AB5E-8FE805C2996F}" srcOrd="3" destOrd="0" presId="urn:microsoft.com/office/officeart/2018/2/layout/IconVerticalSolidList"/>
    <dgm:cxn modelId="{0ABD5033-8174-4B66-9CA6-9FC1495A84DE}" type="presParOf" srcId="{93001C49-BB39-4A9C-A1E1-78FA75E3673C}" destId="{8BB551DA-B4A6-4B6A-A205-F2687BFAE00B}" srcOrd="1" destOrd="0" presId="urn:microsoft.com/office/officeart/2018/2/layout/IconVerticalSolidList"/>
    <dgm:cxn modelId="{EC350D60-D7AD-49D3-A5ED-A95834724EC1}" type="presParOf" srcId="{93001C49-BB39-4A9C-A1E1-78FA75E3673C}" destId="{8C519A0D-2658-410E-8E41-56FE2894FB63}" srcOrd="2" destOrd="0" presId="urn:microsoft.com/office/officeart/2018/2/layout/IconVerticalSolidList"/>
    <dgm:cxn modelId="{21576206-B1AC-4BA0-8DCC-1AFD28673317}" type="presParOf" srcId="{8C519A0D-2658-410E-8E41-56FE2894FB63}" destId="{BF1D344B-AEDE-4CDF-B195-96C8C7396006}" srcOrd="0" destOrd="0" presId="urn:microsoft.com/office/officeart/2018/2/layout/IconVerticalSolidList"/>
    <dgm:cxn modelId="{3F037312-9D44-4EA8-BFD5-C5ECF16FA586}" type="presParOf" srcId="{8C519A0D-2658-410E-8E41-56FE2894FB63}" destId="{BEF8D5A4-33AA-406D-9152-CC34C33580E1}" srcOrd="1" destOrd="0" presId="urn:microsoft.com/office/officeart/2018/2/layout/IconVerticalSolidList"/>
    <dgm:cxn modelId="{7F9026B1-7F3A-46D1-9EE2-93E0091CD685}" type="presParOf" srcId="{8C519A0D-2658-410E-8E41-56FE2894FB63}" destId="{76356E91-15DD-428B-A231-44D57C49E0F2}" srcOrd="2" destOrd="0" presId="urn:microsoft.com/office/officeart/2018/2/layout/IconVerticalSolidList"/>
    <dgm:cxn modelId="{192DD646-B50C-4979-B228-B7C7C8B0F9BB}" type="presParOf" srcId="{8C519A0D-2658-410E-8E41-56FE2894FB63}" destId="{A78D1F20-6695-4050-9EC0-F349810BC405}" srcOrd="3" destOrd="0" presId="urn:microsoft.com/office/officeart/2018/2/layout/IconVerticalSolidList"/>
    <dgm:cxn modelId="{59424372-78CD-4C77-A2C1-81735E944C45}" type="presParOf" srcId="{93001C49-BB39-4A9C-A1E1-78FA75E3673C}" destId="{0591C0C1-B635-47FD-BB3C-4B28B53A1DCE}" srcOrd="3" destOrd="0" presId="urn:microsoft.com/office/officeart/2018/2/layout/IconVerticalSolidList"/>
    <dgm:cxn modelId="{FA725B86-12CE-4BA4-BFFB-29D3B3C22BD9}" type="presParOf" srcId="{93001C49-BB39-4A9C-A1E1-78FA75E3673C}" destId="{15489FEF-A8CF-453B-B940-72D680C4B64B}" srcOrd="4" destOrd="0" presId="urn:microsoft.com/office/officeart/2018/2/layout/IconVerticalSolidList"/>
    <dgm:cxn modelId="{6A831B9F-BEF3-42EE-A8FF-05ADA03D747F}" type="presParOf" srcId="{15489FEF-A8CF-453B-B940-72D680C4B64B}" destId="{7D6446D6-551A-4DCA-9BA6-9CF6358ECBA2}" srcOrd="0" destOrd="0" presId="urn:microsoft.com/office/officeart/2018/2/layout/IconVerticalSolidList"/>
    <dgm:cxn modelId="{4B8A6D02-B08E-4A22-9172-E1573BB86196}" type="presParOf" srcId="{15489FEF-A8CF-453B-B940-72D680C4B64B}" destId="{02ECEBDF-13CF-49E4-B65B-AA344CD49C05}" srcOrd="1" destOrd="0" presId="urn:microsoft.com/office/officeart/2018/2/layout/IconVerticalSolidList"/>
    <dgm:cxn modelId="{676711D5-BDB5-4BE5-830F-B5802DC2B77B}" type="presParOf" srcId="{15489FEF-A8CF-453B-B940-72D680C4B64B}" destId="{75657618-E95C-4F35-8DFF-6D96A3EE9316}" srcOrd="2" destOrd="0" presId="urn:microsoft.com/office/officeart/2018/2/layout/IconVerticalSolidList"/>
    <dgm:cxn modelId="{2733A331-8DE0-46F6-977A-50C1B21EDBA4}" type="presParOf" srcId="{15489FEF-A8CF-453B-B940-72D680C4B64B}" destId="{BD0AC4F2-8393-40CD-A2DB-54585280867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89E76DC-B82E-4B93-916D-5222CECF4454}"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B292F25-2FCF-4CCD-B67B-B636B609E0D3}">
      <dgm:prSet/>
      <dgm:spPr/>
      <dgm:t>
        <a:bodyPr/>
        <a:lstStyle/>
        <a:p>
          <a:r>
            <a:rPr lang="en-IN"/>
            <a:t>Salesperson performance- We measure Total Sales and Units Sold alongside Return Rates and Average Discounts to spot margin erosion early. Crucially, we monitor APS-Average Price per Sale against their specific targets. This immediately highlights who is successfully driving high-value deals and hitting their strategic goals.</a:t>
          </a:r>
          <a:endParaRPr lang="en-US"/>
        </a:p>
      </dgm:t>
    </dgm:pt>
    <dgm:pt modelId="{4F86F588-D081-4AD0-80B5-6CCC4F7B6E40}" type="parTrans" cxnId="{91DFED64-B4CF-4B54-82E7-E3EF5FB2B84F}">
      <dgm:prSet/>
      <dgm:spPr/>
      <dgm:t>
        <a:bodyPr/>
        <a:lstStyle/>
        <a:p>
          <a:endParaRPr lang="en-US"/>
        </a:p>
      </dgm:t>
    </dgm:pt>
    <dgm:pt modelId="{D83696B1-853B-4B2E-AF2F-8181531596EE}" type="sibTrans" cxnId="{91DFED64-B4CF-4B54-82E7-E3EF5FB2B84F}">
      <dgm:prSet/>
      <dgm:spPr/>
      <dgm:t>
        <a:bodyPr/>
        <a:lstStyle/>
        <a:p>
          <a:endParaRPr lang="en-US"/>
        </a:p>
      </dgm:t>
    </dgm:pt>
    <dgm:pt modelId="{8623C6DC-4E88-4B81-B8A6-46E9B3D2F690}">
      <dgm:prSet/>
      <dgm:spPr/>
      <dgm:t>
        <a:bodyPr/>
        <a:lstStyle/>
        <a:p>
          <a:r>
            <a:rPr lang="en-IN"/>
            <a:t>Total sales by Salesperson and Product- Clustered Column Chart breaks down Total Sales by both Salesperson and Product. By clustering product revenue directly under each rep's name, leadership can instantly see not just who is winning, but what they are winning with. </a:t>
          </a:r>
          <a:endParaRPr lang="en-US"/>
        </a:p>
      </dgm:t>
    </dgm:pt>
    <dgm:pt modelId="{9EBF0F1A-0DD0-43EC-8442-B67B10EC464E}" type="parTrans" cxnId="{C6FA5B43-B709-4821-BB99-A1DB2BEEC82D}">
      <dgm:prSet/>
      <dgm:spPr/>
      <dgm:t>
        <a:bodyPr/>
        <a:lstStyle/>
        <a:p>
          <a:endParaRPr lang="en-US"/>
        </a:p>
      </dgm:t>
    </dgm:pt>
    <dgm:pt modelId="{FABE2527-00AB-44DD-8D2E-1415B5173F12}" type="sibTrans" cxnId="{C6FA5B43-B709-4821-BB99-A1DB2BEEC82D}">
      <dgm:prSet/>
      <dgm:spPr/>
      <dgm:t>
        <a:bodyPr/>
        <a:lstStyle/>
        <a:p>
          <a:endParaRPr lang="en-US"/>
        </a:p>
      </dgm:t>
    </dgm:pt>
    <dgm:pt modelId="{C28B2448-CEC2-4FE2-98F6-B1CBE5288B52}" type="pres">
      <dgm:prSet presAssocID="{A89E76DC-B82E-4B93-916D-5222CECF4454}" presName="root" presStyleCnt="0">
        <dgm:presLayoutVars>
          <dgm:dir/>
          <dgm:resizeHandles val="exact"/>
        </dgm:presLayoutVars>
      </dgm:prSet>
      <dgm:spPr/>
    </dgm:pt>
    <dgm:pt modelId="{247722A0-872A-4D47-8AA7-2A354A5E5867}" type="pres">
      <dgm:prSet presAssocID="{CB292F25-2FCF-4CCD-B67B-B636B609E0D3}" presName="compNode" presStyleCnt="0"/>
      <dgm:spPr/>
    </dgm:pt>
    <dgm:pt modelId="{A6C7A1CA-E17D-4A0E-91F7-BFA6F51894DB}" type="pres">
      <dgm:prSet presAssocID="{CB292F25-2FCF-4CCD-B67B-B636B609E0D3}" presName="bgRect" presStyleLbl="bgShp" presStyleIdx="0" presStyleCnt="2"/>
      <dgm:spPr/>
    </dgm:pt>
    <dgm:pt modelId="{2D542DA4-1F7B-478E-827E-AA33CF9A6930}" type="pres">
      <dgm:prSet presAssocID="{CB292F25-2FCF-4CCD-B67B-B636B609E0D3}"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anyon scene"/>
        </a:ext>
      </dgm:extLst>
    </dgm:pt>
    <dgm:pt modelId="{09EE2B45-03BE-49BD-88C3-5BE4474B6826}" type="pres">
      <dgm:prSet presAssocID="{CB292F25-2FCF-4CCD-B67B-B636B609E0D3}" presName="spaceRect" presStyleCnt="0"/>
      <dgm:spPr/>
    </dgm:pt>
    <dgm:pt modelId="{3DD60310-A5DA-4B7F-A948-F6EE49303E99}" type="pres">
      <dgm:prSet presAssocID="{CB292F25-2FCF-4CCD-B67B-B636B609E0D3}" presName="parTx" presStyleLbl="revTx" presStyleIdx="0" presStyleCnt="2">
        <dgm:presLayoutVars>
          <dgm:chMax val="0"/>
          <dgm:chPref val="0"/>
        </dgm:presLayoutVars>
      </dgm:prSet>
      <dgm:spPr/>
    </dgm:pt>
    <dgm:pt modelId="{E81F3056-AD4B-453A-A97A-F51897D2FFF3}" type="pres">
      <dgm:prSet presAssocID="{D83696B1-853B-4B2E-AF2F-8181531596EE}" presName="sibTrans" presStyleCnt="0"/>
      <dgm:spPr/>
    </dgm:pt>
    <dgm:pt modelId="{4806B085-FFFA-44B8-A412-D2599653E97F}" type="pres">
      <dgm:prSet presAssocID="{8623C6DC-4E88-4B81-B8A6-46E9B3D2F690}" presName="compNode" presStyleCnt="0"/>
      <dgm:spPr/>
    </dgm:pt>
    <dgm:pt modelId="{E58EC5E2-4034-4D20-B56B-AEFE4AFC52A1}" type="pres">
      <dgm:prSet presAssocID="{8623C6DC-4E88-4B81-B8A6-46E9B3D2F690}" presName="bgRect" presStyleLbl="bgShp" presStyleIdx="1" presStyleCnt="2"/>
      <dgm:spPr/>
    </dgm:pt>
    <dgm:pt modelId="{8315361C-C2DF-4E30-A3F5-213DFFEFDC50}" type="pres">
      <dgm:prSet presAssocID="{8623C6DC-4E88-4B81-B8A6-46E9B3D2F690}"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EA1FAABB-83E3-41B2-BB7B-6F998D60DEB9}" type="pres">
      <dgm:prSet presAssocID="{8623C6DC-4E88-4B81-B8A6-46E9B3D2F690}" presName="spaceRect" presStyleCnt="0"/>
      <dgm:spPr/>
    </dgm:pt>
    <dgm:pt modelId="{58A6C51C-FFBA-4D6B-806A-C7495C1E6D8C}" type="pres">
      <dgm:prSet presAssocID="{8623C6DC-4E88-4B81-B8A6-46E9B3D2F690}" presName="parTx" presStyleLbl="revTx" presStyleIdx="1" presStyleCnt="2">
        <dgm:presLayoutVars>
          <dgm:chMax val="0"/>
          <dgm:chPref val="0"/>
        </dgm:presLayoutVars>
      </dgm:prSet>
      <dgm:spPr/>
    </dgm:pt>
  </dgm:ptLst>
  <dgm:cxnLst>
    <dgm:cxn modelId="{34CAE042-ACE6-4A0F-B83A-840DA2BD6E95}" type="presOf" srcId="{8623C6DC-4E88-4B81-B8A6-46E9B3D2F690}" destId="{58A6C51C-FFBA-4D6B-806A-C7495C1E6D8C}" srcOrd="0" destOrd="0" presId="urn:microsoft.com/office/officeart/2018/2/layout/IconVerticalSolidList"/>
    <dgm:cxn modelId="{C6FA5B43-B709-4821-BB99-A1DB2BEEC82D}" srcId="{A89E76DC-B82E-4B93-916D-5222CECF4454}" destId="{8623C6DC-4E88-4B81-B8A6-46E9B3D2F690}" srcOrd="1" destOrd="0" parTransId="{9EBF0F1A-0DD0-43EC-8442-B67B10EC464E}" sibTransId="{FABE2527-00AB-44DD-8D2E-1415B5173F12}"/>
    <dgm:cxn modelId="{91DFED64-B4CF-4B54-82E7-E3EF5FB2B84F}" srcId="{A89E76DC-B82E-4B93-916D-5222CECF4454}" destId="{CB292F25-2FCF-4CCD-B67B-B636B609E0D3}" srcOrd="0" destOrd="0" parTransId="{4F86F588-D081-4AD0-80B5-6CCC4F7B6E40}" sibTransId="{D83696B1-853B-4B2E-AF2F-8181531596EE}"/>
    <dgm:cxn modelId="{1826A5B1-699E-4198-BA21-2A27252605F6}" type="presOf" srcId="{A89E76DC-B82E-4B93-916D-5222CECF4454}" destId="{C28B2448-CEC2-4FE2-98F6-B1CBE5288B52}" srcOrd="0" destOrd="0" presId="urn:microsoft.com/office/officeart/2018/2/layout/IconVerticalSolidList"/>
    <dgm:cxn modelId="{27465BF7-C323-4D8F-9752-E2DA69B15647}" type="presOf" srcId="{CB292F25-2FCF-4CCD-B67B-B636B609E0D3}" destId="{3DD60310-A5DA-4B7F-A948-F6EE49303E99}" srcOrd="0" destOrd="0" presId="urn:microsoft.com/office/officeart/2018/2/layout/IconVerticalSolidList"/>
    <dgm:cxn modelId="{3E7B4D64-3F7C-47C7-9823-B8A177757186}" type="presParOf" srcId="{C28B2448-CEC2-4FE2-98F6-B1CBE5288B52}" destId="{247722A0-872A-4D47-8AA7-2A354A5E5867}" srcOrd="0" destOrd="0" presId="urn:microsoft.com/office/officeart/2018/2/layout/IconVerticalSolidList"/>
    <dgm:cxn modelId="{E42D22BC-9F30-44B3-9F74-EC91A4F53AAC}" type="presParOf" srcId="{247722A0-872A-4D47-8AA7-2A354A5E5867}" destId="{A6C7A1CA-E17D-4A0E-91F7-BFA6F51894DB}" srcOrd="0" destOrd="0" presId="urn:microsoft.com/office/officeart/2018/2/layout/IconVerticalSolidList"/>
    <dgm:cxn modelId="{C7B91DA5-DE67-40FA-AF6B-2B1AC6AC2BC9}" type="presParOf" srcId="{247722A0-872A-4D47-8AA7-2A354A5E5867}" destId="{2D542DA4-1F7B-478E-827E-AA33CF9A6930}" srcOrd="1" destOrd="0" presId="urn:microsoft.com/office/officeart/2018/2/layout/IconVerticalSolidList"/>
    <dgm:cxn modelId="{F93A4BD5-A8BC-4655-B9BB-8FC533A30FF6}" type="presParOf" srcId="{247722A0-872A-4D47-8AA7-2A354A5E5867}" destId="{09EE2B45-03BE-49BD-88C3-5BE4474B6826}" srcOrd="2" destOrd="0" presId="urn:microsoft.com/office/officeart/2018/2/layout/IconVerticalSolidList"/>
    <dgm:cxn modelId="{8EAA5935-95EC-4460-989C-5AE30803F970}" type="presParOf" srcId="{247722A0-872A-4D47-8AA7-2A354A5E5867}" destId="{3DD60310-A5DA-4B7F-A948-F6EE49303E99}" srcOrd="3" destOrd="0" presId="urn:microsoft.com/office/officeart/2018/2/layout/IconVerticalSolidList"/>
    <dgm:cxn modelId="{B7BBEDE4-A272-4BDA-AEC5-1D1502F8DF42}" type="presParOf" srcId="{C28B2448-CEC2-4FE2-98F6-B1CBE5288B52}" destId="{E81F3056-AD4B-453A-A97A-F51897D2FFF3}" srcOrd="1" destOrd="0" presId="urn:microsoft.com/office/officeart/2018/2/layout/IconVerticalSolidList"/>
    <dgm:cxn modelId="{C7C9DDB4-1602-4D88-B03C-C3800FBE13E1}" type="presParOf" srcId="{C28B2448-CEC2-4FE2-98F6-B1CBE5288B52}" destId="{4806B085-FFFA-44B8-A412-D2599653E97F}" srcOrd="2" destOrd="0" presId="urn:microsoft.com/office/officeart/2018/2/layout/IconVerticalSolidList"/>
    <dgm:cxn modelId="{30D2131D-C0F2-4FDD-A08F-37E5C537FF21}" type="presParOf" srcId="{4806B085-FFFA-44B8-A412-D2599653E97F}" destId="{E58EC5E2-4034-4D20-B56B-AEFE4AFC52A1}" srcOrd="0" destOrd="0" presId="urn:microsoft.com/office/officeart/2018/2/layout/IconVerticalSolidList"/>
    <dgm:cxn modelId="{CA3CCC7B-1C90-4B2E-A04E-5C4021ED8D81}" type="presParOf" srcId="{4806B085-FFFA-44B8-A412-D2599653E97F}" destId="{8315361C-C2DF-4E30-A3F5-213DFFEFDC50}" srcOrd="1" destOrd="0" presId="urn:microsoft.com/office/officeart/2018/2/layout/IconVerticalSolidList"/>
    <dgm:cxn modelId="{B4895965-27B2-4300-93C1-1EA8B46E4630}" type="presParOf" srcId="{4806B085-FFFA-44B8-A412-D2599653E97F}" destId="{EA1FAABB-83E3-41B2-BB7B-6F998D60DEB9}" srcOrd="2" destOrd="0" presId="urn:microsoft.com/office/officeart/2018/2/layout/IconVerticalSolidList"/>
    <dgm:cxn modelId="{8BAD9B41-9E96-436B-B58A-5CF8155B3EBA}" type="presParOf" srcId="{4806B085-FFFA-44B8-A412-D2599653E97F}" destId="{58A6C51C-FFBA-4D6B-806A-C7495C1E6D8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F420114-A2A5-4E89-BE79-F5CFAE685B3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363898C-6AEB-4254-89D4-809B7E5287DB}">
      <dgm:prSet/>
      <dgm:spPr/>
      <dgm:t>
        <a:bodyPr/>
        <a:lstStyle/>
        <a:p>
          <a:pPr>
            <a:lnSpc>
              <a:spcPct val="100000"/>
            </a:lnSpc>
          </a:pPr>
          <a:r>
            <a:rPr lang="en-IN"/>
            <a:t>1.  Gross Revenue- The total, unadjusted amount of money generated by all product and service sales before subtracting any expenses, discounts, or returns. </a:t>
          </a:r>
          <a:endParaRPr lang="en-US"/>
        </a:p>
      </dgm:t>
    </dgm:pt>
    <dgm:pt modelId="{D6CE23DA-C312-4C1F-B0B1-902001F40EE0}" type="parTrans" cxnId="{0B650F9A-B55B-454B-821C-7B1C16D6259C}">
      <dgm:prSet/>
      <dgm:spPr/>
      <dgm:t>
        <a:bodyPr/>
        <a:lstStyle/>
        <a:p>
          <a:endParaRPr lang="en-US"/>
        </a:p>
      </dgm:t>
    </dgm:pt>
    <dgm:pt modelId="{A1412305-B50E-45D0-9ED4-B5E87746550C}" type="sibTrans" cxnId="{0B650F9A-B55B-454B-821C-7B1C16D6259C}">
      <dgm:prSet/>
      <dgm:spPr/>
      <dgm:t>
        <a:bodyPr/>
        <a:lstStyle/>
        <a:p>
          <a:endParaRPr lang="en-US"/>
        </a:p>
      </dgm:t>
    </dgm:pt>
    <dgm:pt modelId="{EFDBE73A-6610-48B3-9432-46581EAF481C}">
      <dgm:prSet/>
      <dgm:spPr/>
      <dgm:t>
        <a:bodyPr/>
        <a:lstStyle/>
        <a:p>
          <a:pPr>
            <a:lnSpc>
              <a:spcPct val="100000"/>
            </a:lnSpc>
          </a:pPr>
          <a:r>
            <a:rPr lang="en-IN"/>
            <a:t>2. Net Profit- This is the remaining revenue left over after subtracting all operational costs, total discounts, shipping fees, taxes, and overhead expenses from Gross Revenue. It represents actual business profitability</a:t>
          </a:r>
          <a:endParaRPr lang="en-US"/>
        </a:p>
      </dgm:t>
    </dgm:pt>
    <dgm:pt modelId="{49D69027-B782-422A-9554-EF85D64394B0}" type="parTrans" cxnId="{720CE6A7-E505-42B4-AF2C-2ED1100456BF}">
      <dgm:prSet/>
      <dgm:spPr/>
      <dgm:t>
        <a:bodyPr/>
        <a:lstStyle/>
        <a:p>
          <a:endParaRPr lang="en-US"/>
        </a:p>
      </dgm:t>
    </dgm:pt>
    <dgm:pt modelId="{C994AEB1-6046-49F5-9B87-E7B36AD38368}" type="sibTrans" cxnId="{720CE6A7-E505-42B4-AF2C-2ED1100456BF}">
      <dgm:prSet/>
      <dgm:spPr/>
      <dgm:t>
        <a:bodyPr/>
        <a:lstStyle/>
        <a:p>
          <a:endParaRPr lang="en-US"/>
        </a:p>
      </dgm:t>
    </dgm:pt>
    <dgm:pt modelId="{D14690F5-D1E5-405F-A0E4-9DF0523C33A0}" type="pres">
      <dgm:prSet presAssocID="{2F420114-A2A5-4E89-BE79-F5CFAE685B32}" presName="root" presStyleCnt="0">
        <dgm:presLayoutVars>
          <dgm:dir/>
          <dgm:resizeHandles val="exact"/>
        </dgm:presLayoutVars>
      </dgm:prSet>
      <dgm:spPr/>
    </dgm:pt>
    <dgm:pt modelId="{ABB939AB-A5C3-4A61-A961-9DB0DA46CB1C}" type="pres">
      <dgm:prSet presAssocID="{4363898C-6AEB-4254-89D4-809B7E5287DB}" presName="compNode" presStyleCnt="0"/>
      <dgm:spPr/>
    </dgm:pt>
    <dgm:pt modelId="{6FA17D4A-B195-48F3-BE41-FEAFE4B96D66}" type="pres">
      <dgm:prSet presAssocID="{4363898C-6AEB-4254-89D4-809B7E5287DB}" presName="bgRect" presStyleLbl="bgShp" presStyleIdx="0" presStyleCnt="2"/>
      <dgm:spPr/>
    </dgm:pt>
    <dgm:pt modelId="{D5A82DB7-88F9-426E-ACD2-D39D96113B33}" type="pres">
      <dgm:prSet presAssocID="{4363898C-6AEB-4254-89D4-809B7E5287DB}"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oney"/>
        </a:ext>
      </dgm:extLst>
    </dgm:pt>
    <dgm:pt modelId="{9FD9F7A5-5F5E-45BE-8705-C55DA940A5B8}" type="pres">
      <dgm:prSet presAssocID="{4363898C-6AEB-4254-89D4-809B7E5287DB}" presName="spaceRect" presStyleCnt="0"/>
      <dgm:spPr/>
    </dgm:pt>
    <dgm:pt modelId="{022BFBFF-E9C7-43A4-8A98-47A537446A65}" type="pres">
      <dgm:prSet presAssocID="{4363898C-6AEB-4254-89D4-809B7E5287DB}" presName="parTx" presStyleLbl="revTx" presStyleIdx="0" presStyleCnt="2">
        <dgm:presLayoutVars>
          <dgm:chMax val="0"/>
          <dgm:chPref val="0"/>
        </dgm:presLayoutVars>
      </dgm:prSet>
      <dgm:spPr/>
    </dgm:pt>
    <dgm:pt modelId="{875B842F-18AF-4BB4-93E5-A980078507F5}" type="pres">
      <dgm:prSet presAssocID="{A1412305-B50E-45D0-9ED4-B5E87746550C}" presName="sibTrans" presStyleCnt="0"/>
      <dgm:spPr/>
    </dgm:pt>
    <dgm:pt modelId="{66C1280F-C9A3-4406-BDCC-5DC156016CDA}" type="pres">
      <dgm:prSet presAssocID="{EFDBE73A-6610-48B3-9432-46581EAF481C}" presName="compNode" presStyleCnt="0"/>
      <dgm:spPr/>
    </dgm:pt>
    <dgm:pt modelId="{C2C28AED-A1B4-4263-A777-82D7D4DF033D}" type="pres">
      <dgm:prSet presAssocID="{EFDBE73A-6610-48B3-9432-46581EAF481C}" presName="bgRect" presStyleLbl="bgShp" presStyleIdx="1" presStyleCnt="2"/>
      <dgm:spPr/>
    </dgm:pt>
    <dgm:pt modelId="{F2780A39-F3BF-4CFA-9143-999C210F73C7}" type="pres">
      <dgm:prSet presAssocID="{EFDBE73A-6610-48B3-9432-46581EAF481C}"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ound"/>
        </a:ext>
      </dgm:extLst>
    </dgm:pt>
    <dgm:pt modelId="{5A3A2903-68D2-49ED-93CD-A6D6A34A62A5}" type="pres">
      <dgm:prSet presAssocID="{EFDBE73A-6610-48B3-9432-46581EAF481C}" presName="spaceRect" presStyleCnt="0"/>
      <dgm:spPr/>
    </dgm:pt>
    <dgm:pt modelId="{21EBE481-242E-4D48-94FD-D286620FD42E}" type="pres">
      <dgm:prSet presAssocID="{EFDBE73A-6610-48B3-9432-46581EAF481C}" presName="parTx" presStyleLbl="revTx" presStyleIdx="1" presStyleCnt="2">
        <dgm:presLayoutVars>
          <dgm:chMax val="0"/>
          <dgm:chPref val="0"/>
        </dgm:presLayoutVars>
      </dgm:prSet>
      <dgm:spPr/>
    </dgm:pt>
  </dgm:ptLst>
  <dgm:cxnLst>
    <dgm:cxn modelId="{6016176A-D23B-44D5-BCB0-37D462E6588E}" type="presOf" srcId="{4363898C-6AEB-4254-89D4-809B7E5287DB}" destId="{022BFBFF-E9C7-43A4-8A98-47A537446A65}" srcOrd="0" destOrd="0" presId="urn:microsoft.com/office/officeart/2018/2/layout/IconVerticalSolidList"/>
    <dgm:cxn modelId="{AC09696E-3DB4-4028-9F96-93B85482DC53}" type="presOf" srcId="{EFDBE73A-6610-48B3-9432-46581EAF481C}" destId="{21EBE481-242E-4D48-94FD-D286620FD42E}" srcOrd="0" destOrd="0" presId="urn:microsoft.com/office/officeart/2018/2/layout/IconVerticalSolidList"/>
    <dgm:cxn modelId="{0B650F9A-B55B-454B-821C-7B1C16D6259C}" srcId="{2F420114-A2A5-4E89-BE79-F5CFAE685B32}" destId="{4363898C-6AEB-4254-89D4-809B7E5287DB}" srcOrd="0" destOrd="0" parTransId="{D6CE23DA-C312-4C1F-B0B1-902001F40EE0}" sibTransId="{A1412305-B50E-45D0-9ED4-B5E87746550C}"/>
    <dgm:cxn modelId="{720CE6A7-E505-42B4-AF2C-2ED1100456BF}" srcId="{2F420114-A2A5-4E89-BE79-F5CFAE685B32}" destId="{EFDBE73A-6610-48B3-9432-46581EAF481C}" srcOrd="1" destOrd="0" parTransId="{49D69027-B782-422A-9554-EF85D64394B0}" sibTransId="{C994AEB1-6046-49F5-9B87-E7B36AD38368}"/>
    <dgm:cxn modelId="{5A5D91AC-96AD-4D62-82D3-291B57CCBF39}" type="presOf" srcId="{2F420114-A2A5-4E89-BE79-F5CFAE685B32}" destId="{D14690F5-D1E5-405F-A0E4-9DF0523C33A0}" srcOrd="0" destOrd="0" presId="urn:microsoft.com/office/officeart/2018/2/layout/IconVerticalSolidList"/>
    <dgm:cxn modelId="{C899498F-3433-4590-8390-F17F52A8991F}" type="presParOf" srcId="{D14690F5-D1E5-405F-A0E4-9DF0523C33A0}" destId="{ABB939AB-A5C3-4A61-A961-9DB0DA46CB1C}" srcOrd="0" destOrd="0" presId="urn:microsoft.com/office/officeart/2018/2/layout/IconVerticalSolidList"/>
    <dgm:cxn modelId="{610DD4ED-6DF7-4BEB-8225-A1CFEFE56499}" type="presParOf" srcId="{ABB939AB-A5C3-4A61-A961-9DB0DA46CB1C}" destId="{6FA17D4A-B195-48F3-BE41-FEAFE4B96D66}" srcOrd="0" destOrd="0" presId="urn:microsoft.com/office/officeart/2018/2/layout/IconVerticalSolidList"/>
    <dgm:cxn modelId="{451FDB5D-09F4-43D4-B4C7-F7FA6137464D}" type="presParOf" srcId="{ABB939AB-A5C3-4A61-A961-9DB0DA46CB1C}" destId="{D5A82DB7-88F9-426E-ACD2-D39D96113B33}" srcOrd="1" destOrd="0" presId="urn:microsoft.com/office/officeart/2018/2/layout/IconVerticalSolidList"/>
    <dgm:cxn modelId="{EEAA5A68-228E-4F8D-A25E-010C3A0EFB6E}" type="presParOf" srcId="{ABB939AB-A5C3-4A61-A961-9DB0DA46CB1C}" destId="{9FD9F7A5-5F5E-45BE-8705-C55DA940A5B8}" srcOrd="2" destOrd="0" presId="urn:microsoft.com/office/officeart/2018/2/layout/IconVerticalSolidList"/>
    <dgm:cxn modelId="{46255844-99DA-4532-A6A3-FFA79640D933}" type="presParOf" srcId="{ABB939AB-A5C3-4A61-A961-9DB0DA46CB1C}" destId="{022BFBFF-E9C7-43A4-8A98-47A537446A65}" srcOrd="3" destOrd="0" presId="urn:microsoft.com/office/officeart/2018/2/layout/IconVerticalSolidList"/>
    <dgm:cxn modelId="{2B388536-77FD-4AD0-9A6D-CB58FAB26761}" type="presParOf" srcId="{D14690F5-D1E5-405F-A0E4-9DF0523C33A0}" destId="{875B842F-18AF-4BB4-93E5-A980078507F5}" srcOrd="1" destOrd="0" presId="urn:microsoft.com/office/officeart/2018/2/layout/IconVerticalSolidList"/>
    <dgm:cxn modelId="{CBCFAAF9-3829-4282-8F83-14D10D8BE058}" type="presParOf" srcId="{D14690F5-D1E5-405F-A0E4-9DF0523C33A0}" destId="{66C1280F-C9A3-4406-BDCC-5DC156016CDA}" srcOrd="2" destOrd="0" presId="urn:microsoft.com/office/officeart/2018/2/layout/IconVerticalSolidList"/>
    <dgm:cxn modelId="{79BE4190-A119-4374-B144-A9EFB3BF0159}" type="presParOf" srcId="{66C1280F-C9A3-4406-BDCC-5DC156016CDA}" destId="{C2C28AED-A1B4-4263-A777-82D7D4DF033D}" srcOrd="0" destOrd="0" presId="urn:microsoft.com/office/officeart/2018/2/layout/IconVerticalSolidList"/>
    <dgm:cxn modelId="{8CD11419-B479-4865-A075-665803A383A4}" type="presParOf" srcId="{66C1280F-C9A3-4406-BDCC-5DC156016CDA}" destId="{F2780A39-F3BF-4CFA-9143-999C210F73C7}" srcOrd="1" destOrd="0" presId="urn:microsoft.com/office/officeart/2018/2/layout/IconVerticalSolidList"/>
    <dgm:cxn modelId="{AF5D84CE-5164-4803-A35D-7F9DDF1D8E19}" type="presParOf" srcId="{66C1280F-C9A3-4406-BDCC-5DC156016CDA}" destId="{5A3A2903-68D2-49ED-93CD-A6D6A34A62A5}" srcOrd="2" destOrd="0" presId="urn:microsoft.com/office/officeart/2018/2/layout/IconVerticalSolidList"/>
    <dgm:cxn modelId="{1731CC7B-0B86-4EA0-9B07-43A0006A88AD}" type="presParOf" srcId="{66C1280F-C9A3-4406-BDCC-5DC156016CDA}" destId="{21EBE481-242E-4D48-94FD-D286620FD42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60ACB6-4D47-41A6-A92F-AE59FF910483}">
      <dsp:nvSpPr>
        <dsp:cNvPr id="0" name=""/>
        <dsp:cNvSpPr/>
      </dsp:nvSpPr>
      <dsp:spPr>
        <a:xfrm>
          <a:off x="0" y="449"/>
          <a:ext cx="5945448" cy="61813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8DB3936-C221-46AA-BBD4-9F35A4E94296}">
      <dsp:nvSpPr>
        <dsp:cNvPr id="0" name=""/>
        <dsp:cNvSpPr/>
      </dsp:nvSpPr>
      <dsp:spPr>
        <a:xfrm>
          <a:off x="186984" y="139528"/>
          <a:ext cx="339971" cy="3399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B8FB65E-FD8C-455C-AD3E-FE40DDA887C5}">
      <dsp:nvSpPr>
        <dsp:cNvPr id="0" name=""/>
        <dsp:cNvSpPr/>
      </dsp:nvSpPr>
      <dsp:spPr>
        <a:xfrm>
          <a:off x="713940" y="449"/>
          <a:ext cx="5231508" cy="618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419" tIns="65419" rIns="65419" bIns="65419" numCol="1" spcCol="1270" anchor="ctr" anchorCtr="0">
          <a:noAutofit/>
        </a:bodyPr>
        <a:lstStyle/>
        <a:p>
          <a:pPr marL="0" lvl="0" indent="0" algn="l" defTabSz="711200">
            <a:lnSpc>
              <a:spcPct val="90000"/>
            </a:lnSpc>
            <a:spcBef>
              <a:spcPct val="0"/>
            </a:spcBef>
            <a:spcAft>
              <a:spcPct val="35000"/>
            </a:spcAft>
            <a:buNone/>
          </a:pPr>
          <a:r>
            <a:rPr lang="en-IN" sz="1600" kern="1200"/>
            <a:t>Total Sales- the sum of all product transactions before deductions</a:t>
          </a:r>
          <a:endParaRPr lang="en-US" sz="1600" kern="1200"/>
        </a:p>
      </dsp:txBody>
      <dsp:txXfrm>
        <a:off x="713940" y="449"/>
        <a:ext cx="5231508" cy="618130"/>
      </dsp:txXfrm>
    </dsp:sp>
    <dsp:sp modelId="{2290A1FB-CD83-4880-A771-E4A2F817C444}">
      <dsp:nvSpPr>
        <dsp:cNvPr id="0" name=""/>
        <dsp:cNvSpPr/>
      </dsp:nvSpPr>
      <dsp:spPr>
        <a:xfrm>
          <a:off x="0" y="773112"/>
          <a:ext cx="5945448" cy="61813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B457D4-24D7-466A-A7CE-EF632803339E}">
      <dsp:nvSpPr>
        <dsp:cNvPr id="0" name=""/>
        <dsp:cNvSpPr/>
      </dsp:nvSpPr>
      <dsp:spPr>
        <a:xfrm>
          <a:off x="186984" y="912191"/>
          <a:ext cx="339971" cy="3399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5DE79CF-C625-4139-BDB5-22B54F87DB6C}">
      <dsp:nvSpPr>
        <dsp:cNvPr id="0" name=""/>
        <dsp:cNvSpPr/>
      </dsp:nvSpPr>
      <dsp:spPr>
        <a:xfrm>
          <a:off x="713940" y="773112"/>
          <a:ext cx="5231508" cy="618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419" tIns="65419" rIns="65419" bIns="65419" numCol="1" spcCol="1270" anchor="ctr" anchorCtr="0">
          <a:noAutofit/>
        </a:bodyPr>
        <a:lstStyle/>
        <a:p>
          <a:pPr marL="0" lvl="0" indent="0" algn="l" defTabSz="711200">
            <a:lnSpc>
              <a:spcPct val="90000"/>
            </a:lnSpc>
            <a:spcBef>
              <a:spcPct val="0"/>
            </a:spcBef>
            <a:spcAft>
              <a:spcPct val="35000"/>
            </a:spcAft>
            <a:buNone/>
          </a:pPr>
          <a:r>
            <a:rPr lang="en-IN" sz="1600" kern="1200"/>
            <a:t>Units sold- total quantity of products sold by the company</a:t>
          </a:r>
          <a:endParaRPr lang="en-US" sz="1600" kern="1200"/>
        </a:p>
      </dsp:txBody>
      <dsp:txXfrm>
        <a:off x="713940" y="773112"/>
        <a:ext cx="5231508" cy="618130"/>
      </dsp:txXfrm>
    </dsp:sp>
    <dsp:sp modelId="{0D0E9C61-70B1-41BE-B042-25BF036DB2F9}">
      <dsp:nvSpPr>
        <dsp:cNvPr id="0" name=""/>
        <dsp:cNvSpPr/>
      </dsp:nvSpPr>
      <dsp:spPr>
        <a:xfrm>
          <a:off x="0" y="1545775"/>
          <a:ext cx="5945448" cy="61813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DF9C85-C4AB-46B1-9FCE-5AD6768B8440}">
      <dsp:nvSpPr>
        <dsp:cNvPr id="0" name=""/>
        <dsp:cNvSpPr/>
      </dsp:nvSpPr>
      <dsp:spPr>
        <a:xfrm>
          <a:off x="186984" y="1684855"/>
          <a:ext cx="339971" cy="3399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DC76FCB-3796-4DF1-B1FE-4F048A0963BD}">
      <dsp:nvSpPr>
        <dsp:cNvPr id="0" name=""/>
        <dsp:cNvSpPr/>
      </dsp:nvSpPr>
      <dsp:spPr>
        <a:xfrm>
          <a:off x="713940" y="1545775"/>
          <a:ext cx="5231508" cy="618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419" tIns="65419" rIns="65419" bIns="65419" numCol="1" spcCol="1270" anchor="ctr" anchorCtr="0">
          <a:noAutofit/>
        </a:bodyPr>
        <a:lstStyle/>
        <a:p>
          <a:pPr marL="0" lvl="0" indent="0" algn="l" defTabSz="711200">
            <a:lnSpc>
              <a:spcPct val="90000"/>
            </a:lnSpc>
            <a:spcBef>
              <a:spcPct val="0"/>
            </a:spcBef>
            <a:spcAft>
              <a:spcPct val="35000"/>
            </a:spcAft>
            <a:buNone/>
          </a:pPr>
          <a:r>
            <a:rPr lang="en-IN" sz="1600" kern="1200"/>
            <a:t>Total Shipments- total number of batches of orders sent to customers</a:t>
          </a:r>
          <a:endParaRPr lang="en-US" sz="1600" kern="1200"/>
        </a:p>
      </dsp:txBody>
      <dsp:txXfrm>
        <a:off x="713940" y="1545775"/>
        <a:ext cx="5231508" cy="618130"/>
      </dsp:txXfrm>
    </dsp:sp>
    <dsp:sp modelId="{6E94B6E4-6080-463F-96F8-3D58EC54E3C5}">
      <dsp:nvSpPr>
        <dsp:cNvPr id="0" name=""/>
        <dsp:cNvSpPr/>
      </dsp:nvSpPr>
      <dsp:spPr>
        <a:xfrm>
          <a:off x="0" y="2318439"/>
          <a:ext cx="5945448" cy="61813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2F95EC-CA3C-4F47-9072-497489205121}">
      <dsp:nvSpPr>
        <dsp:cNvPr id="0" name=""/>
        <dsp:cNvSpPr/>
      </dsp:nvSpPr>
      <dsp:spPr>
        <a:xfrm>
          <a:off x="186984" y="2457518"/>
          <a:ext cx="339971" cy="3399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1F7B12A-89A2-4360-91CE-4CDE105A85C1}">
      <dsp:nvSpPr>
        <dsp:cNvPr id="0" name=""/>
        <dsp:cNvSpPr/>
      </dsp:nvSpPr>
      <dsp:spPr>
        <a:xfrm>
          <a:off x="713940" y="2318439"/>
          <a:ext cx="5231508" cy="618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419" tIns="65419" rIns="65419" bIns="65419" numCol="1" spcCol="1270" anchor="ctr" anchorCtr="0">
          <a:noAutofit/>
        </a:bodyPr>
        <a:lstStyle/>
        <a:p>
          <a:pPr marL="0" lvl="0" indent="0" algn="l" defTabSz="711200">
            <a:lnSpc>
              <a:spcPct val="90000"/>
            </a:lnSpc>
            <a:spcBef>
              <a:spcPct val="0"/>
            </a:spcBef>
            <a:spcAft>
              <a:spcPct val="35000"/>
            </a:spcAft>
            <a:buNone/>
          </a:pPr>
          <a:r>
            <a:rPr lang="en-IN" sz="1600" kern="1200"/>
            <a:t>APS- the average revenue generated by a single processed shipment </a:t>
          </a:r>
          <a:endParaRPr lang="en-US" sz="1600" kern="1200"/>
        </a:p>
      </dsp:txBody>
      <dsp:txXfrm>
        <a:off x="713940" y="2318439"/>
        <a:ext cx="5231508" cy="618130"/>
      </dsp:txXfrm>
    </dsp:sp>
    <dsp:sp modelId="{0C1C287F-9BD1-4946-879C-7A1DB0A787D5}">
      <dsp:nvSpPr>
        <dsp:cNvPr id="0" name=""/>
        <dsp:cNvSpPr/>
      </dsp:nvSpPr>
      <dsp:spPr>
        <a:xfrm>
          <a:off x="0" y="3091102"/>
          <a:ext cx="5945448" cy="61813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75DA87-3708-4505-BD2A-0B84DB9DBC85}">
      <dsp:nvSpPr>
        <dsp:cNvPr id="0" name=""/>
        <dsp:cNvSpPr/>
      </dsp:nvSpPr>
      <dsp:spPr>
        <a:xfrm>
          <a:off x="186984" y="3230181"/>
          <a:ext cx="339971" cy="3399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8B586C9-6ABE-453F-BEF9-2A04CF6162AE}">
      <dsp:nvSpPr>
        <dsp:cNvPr id="0" name=""/>
        <dsp:cNvSpPr/>
      </dsp:nvSpPr>
      <dsp:spPr>
        <a:xfrm>
          <a:off x="713940" y="3091102"/>
          <a:ext cx="5231508" cy="618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419" tIns="65419" rIns="65419" bIns="65419" numCol="1" spcCol="1270" anchor="ctr" anchorCtr="0">
          <a:noAutofit/>
        </a:bodyPr>
        <a:lstStyle/>
        <a:p>
          <a:pPr marL="0" lvl="0" indent="0" algn="l" defTabSz="711200">
            <a:lnSpc>
              <a:spcPct val="90000"/>
            </a:lnSpc>
            <a:spcBef>
              <a:spcPct val="0"/>
            </a:spcBef>
            <a:spcAft>
              <a:spcPct val="35000"/>
            </a:spcAft>
            <a:buNone/>
          </a:pPr>
          <a:r>
            <a:rPr lang="en-IN" sz="1600" kern="1200"/>
            <a:t>Amount per unit- the average selling price of a singular product</a:t>
          </a:r>
          <a:endParaRPr lang="en-US" sz="1600" kern="1200"/>
        </a:p>
      </dsp:txBody>
      <dsp:txXfrm>
        <a:off x="713940" y="3091102"/>
        <a:ext cx="5231508" cy="618130"/>
      </dsp:txXfrm>
    </dsp:sp>
    <dsp:sp modelId="{A75C14D2-B75E-41B9-B332-CF92FD8B3EF2}">
      <dsp:nvSpPr>
        <dsp:cNvPr id="0" name=""/>
        <dsp:cNvSpPr/>
      </dsp:nvSpPr>
      <dsp:spPr>
        <a:xfrm>
          <a:off x="0" y="3863765"/>
          <a:ext cx="5945448" cy="61813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C59FAA-20AC-4614-A152-C69C050CE194}">
      <dsp:nvSpPr>
        <dsp:cNvPr id="0" name=""/>
        <dsp:cNvSpPr/>
      </dsp:nvSpPr>
      <dsp:spPr>
        <a:xfrm>
          <a:off x="186984" y="4002845"/>
          <a:ext cx="339971" cy="3399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E42E29B-4D03-4F0C-A9F6-752C2FF2A82A}">
      <dsp:nvSpPr>
        <dsp:cNvPr id="0" name=""/>
        <dsp:cNvSpPr/>
      </dsp:nvSpPr>
      <dsp:spPr>
        <a:xfrm>
          <a:off x="713940" y="3863765"/>
          <a:ext cx="5231508" cy="618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419" tIns="65419" rIns="65419" bIns="65419" numCol="1" spcCol="1270" anchor="ctr" anchorCtr="0">
          <a:noAutofit/>
        </a:bodyPr>
        <a:lstStyle/>
        <a:p>
          <a:pPr marL="0" lvl="0" indent="0" algn="l" defTabSz="711200">
            <a:lnSpc>
              <a:spcPct val="90000"/>
            </a:lnSpc>
            <a:spcBef>
              <a:spcPct val="0"/>
            </a:spcBef>
            <a:spcAft>
              <a:spcPct val="35000"/>
            </a:spcAft>
            <a:buNone/>
          </a:pPr>
          <a:r>
            <a:rPr lang="en-IN" sz="1600" kern="1200"/>
            <a:t>Total sales by product- a clustered bar chart showing sales by  product</a:t>
          </a:r>
          <a:endParaRPr lang="en-US" sz="1600" kern="1200"/>
        </a:p>
      </dsp:txBody>
      <dsp:txXfrm>
        <a:off x="713940" y="3863765"/>
        <a:ext cx="5231508" cy="618130"/>
      </dsp:txXfrm>
    </dsp:sp>
    <dsp:sp modelId="{DE561FBE-FD73-45EE-992C-46960E3139FC}">
      <dsp:nvSpPr>
        <dsp:cNvPr id="0" name=""/>
        <dsp:cNvSpPr/>
      </dsp:nvSpPr>
      <dsp:spPr>
        <a:xfrm>
          <a:off x="0" y="4636429"/>
          <a:ext cx="5945448" cy="61813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D610EF-F49B-4560-8976-7BD23514C386}">
      <dsp:nvSpPr>
        <dsp:cNvPr id="0" name=""/>
        <dsp:cNvSpPr/>
      </dsp:nvSpPr>
      <dsp:spPr>
        <a:xfrm>
          <a:off x="186984" y="4775508"/>
          <a:ext cx="339971" cy="33997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865630D-2FD3-42F9-A980-7E49809AEA08}">
      <dsp:nvSpPr>
        <dsp:cNvPr id="0" name=""/>
        <dsp:cNvSpPr/>
      </dsp:nvSpPr>
      <dsp:spPr>
        <a:xfrm>
          <a:off x="713940" y="4636429"/>
          <a:ext cx="5231508" cy="618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5419" tIns="65419" rIns="65419" bIns="65419" numCol="1" spcCol="1270" anchor="ctr" anchorCtr="0">
          <a:noAutofit/>
        </a:bodyPr>
        <a:lstStyle/>
        <a:p>
          <a:pPr marL="0" lvl="0" indent="0" algn="l" defTabSz="711200">
            <a:lnSpc>
              <a:spcPct val="90000"/>
            </a:lnSpc>
            <a:spcBef>
              <a:spcPct val="0"/>
            </a:spcBef>
            <a:spcAft>
              <a:spcPct val="35000"/>
            </a:spcAft>
            <a:buNone/>
          </a:pPr>
          <a:r>
            <a:rPr lang="en-IN" sz="1600" kern="1200"/>
            <a:t>Total sales by region and store-  a stacked column chart showing sales by region and different stores. </a:t>
          </a:r>
          <a:endParaRPr lang="en-US" sz="1600" kern="1200"/>
        </a:p>
      </dsp:txBody>
      <dsp:txXfrm>
        <a:off x="713940" y="4636429"/>
        <a:ext cx="5231508" cy="6181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BD565A-6ED3-4CA4-9D17-4DC2EA485E35}">
      <dsp:nvSpPr>
        <dsp:cNvPr id="0" name=""/>
        <dsp:cNvSpPr/>
      </dsp:nvSpPr>
      <dsp:spPr>
        <a:xfrm>
          <a:off x="0" y="3014"/>
          <a:ext cx="5945448" cy="13722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845190-DD59-42B4-9124-8189C84C7C85}">
      <dsp:nvSpPr>
        <dsp:cNvPr id="0" name=""/>
        <dsp:cNvSpPr/>
      </dsp:nvSpPr>
      <dsp:spPr>
        <a:xfrm>
          <a:off x="415115" y="311778"/>
          <a:ext cx="755493" cy="75475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23A1846-4A56-4010-AB5E-8FE805C2996F}">
      <dsp:nvSpPr>
        <dsp:cNvPr id="0" name=""/>
        <dsp:cNvSpPr/>
      </dsp:nvSpPr>
      <dsp:spPr>
        <a:xfrm>
          <a:off x="1585723" y="3014"/>
          <a:ext cx="4030561" cy="15438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387" tIns="163387" rIns="163387" bIns="163387" numCol="1" spcCol="1270" anchor="ctr" anchorCtr="0">
          <a:noAutofit/>
        </a:bodyPr>
        <a:lstStyle/>
        <a:p>
          <a:pPr marL="0" lvl="0" indent="0" algn="l" defTabSz="622300">
            <a:lnSpc>
              <a:spcPct val="90000"/>
            </a:lnSpc>
            <a:spcBef>
              <a:spcPct val="0"/>
            </a:spcBef>
            <a:spcAft>
              <a:spcPct val="35000"/>
            </a:spcAft>
            <a:buNone/>
          </a:pPr>
          <a:r>
            <a:rPr lang="en-IN" sz="1400" kern="1200"/>
            <a:t>Total sales and return % by month- It shows monthly revenue trends versus the percentage of sales lost to returns. Splitting by Retail and Wholesale is critical because wholesale buyers usually return items in bulk (due to damage or overstock), while retail returns are individual customer-driven.</a:t>
          </a:r>
          <a:endParaRPr lang="en-US" sz="1400" kern="1200"/>
        </a:p>
      </dsp:txBody>
      <dsp:txXfrm>
        <a:off x="1585723" y="3014"/>
        <a:ext cx="4030561" cy="1543817"/>
      </dsp:txXfrm>
    </dsp:sp>
    <dsp:sp modelId="{BF1D344B-AEDE-4CDF-B195-96C8C7396006}">
      <dsp:nvSpPr>
        <dsp:cNvPr id="0" name=""/>
        <dsp:cNvSpPr/>
      </dsp:nvSpPr>
      <dsp:spPr>
        <a:xfrm>
          <a:off x="0" y="1855595"/>
          <a:ext cx="5945448" cy="13722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F8D5A4-33AA-406D-9152-CC34C33580E1}">
      <dsp:nvSpPr>
        <dsp:cNvPr id="0" name=""/>
        <dsp:cNvSpPr/>
      </dsp:nvSpPr>
      <dsp:spPr>
        <a:xfrm>
          <a:off x="415115" y="2164359"/>
          <a:ext cx="755493" cy="75475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78D1F20-6695-4050-9EC0-F349810BC405}">
      <dsp:nvSpPr>
        <dsp:cNvPr id="0" name=""/>
        <dsp:cNvSpPr/>
      </dsp:nvSpPr>
      <dsp:spPr>
        <a:xfrm>
          <a:off x="1585723" y="1855595"/>
          <a:ext cx="4030561" cy="15438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387" tIns="163387" rIns="163387" bIns="163387" numCol="1" spcCol="1270" anchor="ctr" anchorCtr="0">
          <a:noAutofit/>
        </a:bodyPr>
        <a:lstStyle/>
        <a:p>
          <a:pPr marL="0" lvl="0" indent="0" algn="l" defTabSz="622300">
            <a:lnSpc>
              <a:spcPct val="90000"/>
            </a:lnSpc>
            <a:spcBef>
              <a:spcPct val="0"/>
            </a:spcBef>
            <a:spcAft>
              <a:spcPct val="35000"/>
            </a:spcAft>
            <a:buNone/>
          </a:pPr>
          <a:r>
            <a:rPr lang="en-IN" sz="1400" kern="1200"/>
            <a:t>Total sales by different promotions- It isolates how much revenue was driven by specific discount codes, seasonal events, or clearance campaigns versus standard full-price organic sales ("None"). This tells management which promotions actually drive volume and which ones just dilute profits.</a:t>
          </a:r>
          <a:endParaRPr lang="en-US" sz="1400" kern="1200"/>
        </a:p>
      </dsp:txBody>
      <dsp:txXfrm>
        <a:off x="1585723" y="1855595"/>
        <a:ext cx="4030561" cy="1543817"/>
      </dsp:txXfrm>
    </dsp:sp>
    <dsp:sp modelId="{7D6446D6-551A-4DCA-9BA6-9CF6358ECBA2}">
      <dsp:nvSpPr>
        <dsp:cNvPr id="0" name=""/>
        <dsp:cNvSpPr/>
      </dsp:nvSpPr>
      <dsp:spPr>
        <a:xfrm>
          <a:off x="0" y="3708176"/>
          <a:ext cx="5945448" cy="13722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ECEBDF-13CF-49E4-B65B-AA344CD49C05}">
      <dsp:nvSpPr>
        <dsp:cNvPr id="0" name=""/>
        <dsp:cNvSpPr/>
      </dsp:nvSpPr>
      <dsp:spPr>
        <a:xfrm>
          <a:off x="415115" y="4016940"/>
          <a:ext cx="755493" cy="75475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D0AC4F2-8393-40CD-A2DB-545852808676}">
      <dsp:nvSpPr>
        <dsp:cNvPr id="0" name=""/>
        <dsp:cNvSpPr/>
      </dsp:nvSpPr>
      <dsp:spPr>
        <a:xfrm>
          <a:off x="1585723" y="3708176"/>
          <a:ext cx="4030561" cy="15438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3387" tIns="163387" rIns="163387" bIns="163387" numCol="1" spcCol="1270" anchor="ctr" anchorCtr="0">
          <a:noAutofit/>
        </a:bodyPr>
        <a:lstStyle/>
        <a:p>
          <a:pPr marL="0" lvl="0" indent="0" algn="l" defTabSz="622300">
            <a:lnSpc>
              <a:spcPct val="90000"/>
            </a:lnSpc>
            <a:spcBef>
              <a:spcPct val="0"/>
            </a:spcBef>
            <a:spcAft>
              <a:spcPct val="35000"/>
            </a:spcAft>
            <a:buNone/>
          </a:pPr>
          <a:r>
            <a:rPr lang="en-IN" sz="1400" kern="1200"/>
            <a:t>Order vs Delivery gap-  It highlights operational bottlenecks. If your "Sales by Order Date" is spiking but "Sales by Delivery Date" is lagging weeks behind, your warehouse or shipping partners are facing backlogs. And if it is the other way round then, it shows carryovers. </a:t>
          </a:r>
          <a:endParaRPr lang="en-US" sz="1400" kern="1200"/>
        </a:p>
      </dsp:txBody>
      <dsp:txXfrm>
        <a:off x="1585723" y="3708176"/>
        <a:ext cx="4030561" cy="154381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7A1CA-E17D-4A0E-91F7-BFA6F51894DB}">
      <dsp:nvSpPr>
        <dsp:cNvPr id="0" name=""/>
        <dsp:cNvSpPr/>
      </dsp:nvSpPr>
      <dsp:spPr>
        <a:xfrm>
          <a:off x="0" y="461930"/>
          <a:ext cx="5945448" cy="174995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542DA4-1F7B-478E-827E-AA33CF9A6930}">
      <dsp:nvSpPr>
        <dsp:cNvPr id="0" name=""/>
        <dsp:cNvSpPr/>
      </dsp:nvSpPr>
      <dsp:spPr>
        <a:xfrm>
          <a:off x="529362" y="855670"/>
          <a:ext cx="962477" cy="96247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DD60310-A5DA-4B7F-A948-F6EE49303E99}">
      <dsp:nvSpPr>
        <dsp:cNvPr id="0" name=""/>
        <dsp:cNvSpPr/>
      </dsp:nvSpPr>
      <dsp:spPr>
        <a:xfrm>
          <a:off x="2021202" y="461930"/>
          <a:ext cx="3802878" cy="1968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8354" tIns="208354" rIns="208354" bIns="208354" numCol="1" spcCol="1270" anchor="ctr" anchorCtr="0">
          <a:noAutofit/>
        </a:bodyPr>
        <a:lstStyle/>
        <a:p>
          <a:pPr marL="0" lvl="0" indent="0" algn="l" defTabSz="622300">
            <a:lnSpc>
              <a:spcPct val="90000"/>
            </a:lnSpc>
            <a:spcBef>
              <a:spcPct val="0"/>
            </a:spcBef>
            <a:spcAft>
              <a:spcPct val="35000"/>
            </a:spcAft>
            <a:buNone/>
          </a:pPr>
          <a:r>
            <a:rPr lang="en-IN" sz="1400" kern="1200"/>
            <a:t>Salesperson performance- We measure Total Sales and Units Sold alongside Return Rates and Average Discounts to spot margin erosion early. Crucially, we monitor APS-Average Price per Sale against their specific targets. This immediately highlights who is successfully driving high-value deals and hitting their strategic goals.</a:t>
          </a:r>
          <a:endParaRPr lang="en-US" sz="1400" kern="1200"/>
        </a:p>
      </dsp:txBody>
      <dsp:txXfrm>
        <a:off x="2021202" y="461930"/>
        <a:ext cx="3802878" cy="1968703"/>
      </dsp:txXfrm>
    </dsp:sp>
    <dsp:sp modelId="{E58EC5E2-4034-4D20-B56B-AEFE4AFC52A1}">
      <dsp:nvSpPr>
        <dsp:cNvPr id="0" name=""/>
        <dsp:cNvSpPr/>
      </dsp:nvSpPr>
      <dsp:spPr>
        <a:xfrm>
          <a:off x="0" y="2824374"/>
          <a:ext cx="5945448" cy="174995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15361C-C2DF-4E30-A3F5-213DFFEFDC50}">
      <dsp:nvSpPr>
        <dsp:cNvPr id="0" name=""/>
        <dsp:cNvSpPr/>
      </dsp:nvSpPr>
      <dsp:spPr>
        <a:xfrm>
          <a:off x="529362" y="3218115"/>
          <a:ext cx="962477" cy="96247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8A6C51C-FFBA-4D6B-806A-C7495C1E6D8C}">
      <dsp:nvSpPr>
        <dsp:cNvPr id="0" name=""/>
        <dsp:cNvSpPr/>
      </dsp:nvSpPr>
      <dsp:spPr>
        <a:xfrm>
          <a:off x="2021202" y="2824374"/>
          <a:ext cx="3802878" cy="1968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8354" tIns="208354" rIns="208354" bIns="208354" numCol="1" spcCol="1270" anchor="ctr" anchorCtr="0">
          <a:noAutofit/>
        </a:bodyPr>
        <a:lstStyle/>
        <a:p>
          <a:pPr marL="0" lvl="0" indent="0" algn="l" defTabSz="622300">
            <a:lnSpc>
              <a:spcPct val="90000"/>
            </a:lnSpc>
            <a:spcBef>
              <a:spcPct val="0"/>
            </a:spcBef>
            <a:spcAft>
              <a:spcPct val="35000"/>
            </a:spcAft>
            <a:buNone/>
          </a:pPr>
          <a:r>
            <a:rPr lang="en-IN" sz="1400" kern="1200"/>
            <a:t>Total sales by Salesperson and Product- Clustered Column Chart breaks down Total Sales by both Salesperson and Product. By clustering product revenue directly under each rep's name, leadership can instantly see not just who is winning, but what they are winning with. </a:t>
          </a:r>
          <a:endParaRPr lang="en-US" sz="1400" kern="1200"/>
        </a:p>
      </dsp:txBody>
      <dsp:txXfrm>
        <a:off x="2021202" y="2824374"/>
        <a:ext cx="3802878" cy="19687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A17D4A-B195-48F3-BE41-FEAFE4B96D66}">
      <dsp:nvSpPr>
        <dsp:cNvPr id="0" name=""/>
        <dsp:cNvSpPr/>
      </dsp:nvSpPr>
      <dsp:spPr>
        <a:xfrm>
          <a:off x="0" y="853938"/>
          <a:ext cx="5945448" cy="15765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A82DB7-88F9-426E-ACD2-D39D96113B33}">
      <dsp:nvSpPr>
        <dsp:cNvPr id="0" name=""/>
        <dsp:cNvSpPr/>
      </dsp:nvSpPr>
      <dsp:spPr>
        <a:xfrm>
          <a:off x="476892" y="1208652"/>
          <a:ext cx="867076" cy="86707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22BFBFF-E9C7-43A4-8A98-47A537446A65}">
      <dsp:nvSpPr>
        <dsp:cNvPr id="0" name=""/>
        <dsp:cNvSpPr/>
      </dsp:nvSpPr>
      <dsp:spPr>
        <a:xfrm>
          <a:off x="1820860" y="853938"/>
          <a:ext cx="4124588" cy="15765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847" tIns="166847" rIns="166847" bIns="166847" numCol="1" spcCol="1270" anchor="ctr" anchorCtr="0">
          <a:noAutofit/>
        </a:bodyPr>
        <a:lstStyle/>
        <a:p>
          <a:pPr marL="0" lvl="0" indent="0" algn="l" defTabSz="622300">
            <a:lnSpc>
              <a:spcPct val="100000"/>
            </a:lnSpc>
            <a:spcBef>
              <a:spcPct val="0"/>
            </a:spcBef>
            <a:spcAft>
              <a:spcPct val="35000"/>
            </a:spcAft>
            <a:buNone/>
          </a:pPr>
          <a:r>
            <a:rPr lang="en-IN" sz="1400" kern="1200"/>
            <a:t>1.  Gross Revenue- The total, unadjusted amount of money generated by all product and service sales before subtracting any expenses, discounts, or returns. </a:t>
          </a:r>
          <a:endParaRPr lang="en-US" sz="1400" kern="1200"/>
        </a:p>
      </dsp:txBody>
      <dsp:txXfrm>
        <a:off x="1820860" y="853938"/>
        <a:ext cx="4124588" cy="1576502"/>
      </dsp:txXfrm>
    </dsp:sp>
    <dsp:sp modelId="{C2C28AED-A1B4-4263-A777-82D7D4DF033D}">
      <dsp:nvSpPr>
        <dsp:cNvPr id="0" name=""/>
        <dsp:cNvSpPr/>
      </dsp:nvSpPr>
      <dsp:spPr>
        <a:xfrm>
          <a:off x="0" y="2824567"/>
          <a:ext cx="5945448" cy="157650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780A39-F3BF-4CFA-9143-999C210F73C7}">
      <dsp:nvSpPr>
        <dsp:cNvPr id="0" name=""/>
        <dsp:cNvSpPr/>
      </dsp:nvSpPr>
      <dsp:spPr>
        <a:xfrm>
          <a:off x="476892" y="3179280"/>
          <a:ext cx="867076" cy="86707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397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1EBE481-242E-4D48-94FD-D286620FD42E}">
      <dsp:nvSpPr>
        <dsp:cNvPr id="0" name=""/>
        <dsp:cNvSpPr/>
      </dsp:nvSpPr>
      <dsp:spPr>
        <a:xfrm>
          <a:off x="1820860" y="2824567"/>
          <a:ext cx="4124588" cy="15765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6847" tIns="166847" rIns="166847" bIns="166847" numCol="1" spcCol="1270" anchor="ctr" anchorCtr="0">
          <a:noAutofit/>
        </a:bodyPr>
        <a:lstStyle/>
        <a:p>
          <a:pPr marL="0" lvl="0" indent="0" algn="l" defTabSz="622300">
            <a:lnSpc>
              <a:spcPct val="100000"/>
            </a:lnSpc>
            <a:spcBef>
              <a:spcPct val="0"/>
            </a:spcBef>
            <a:spcAft>
              <a:spcPct val="35000"/>
            </a:spcAft>
            <a:buNone/>
          </a:pPr>
          <a:r>
            <a:rPr lang="en-IN" sz="1400" kern="1200"/>
            <a:t>2. Net Profit- This is the remaining revenue left over after subtracting all operational costs, total discounts, shipping fees, taxes, and overhead expenses from Gross Revenue. It represents actual business profitability</a:t>
          </a:r>
          <a:endParaRPr lang="en-US" sz="1400" kern="1200"/>
        </a:p>
      </dsp:txBody>
      <dsp:txXfrm>
        <a:off x="1820860" y="2824567"/>
        <a:ext cx="4124588" cy="157650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148ACA-0088-45A2-8058-CBE62EEF8F84}" type="datetimeFigureOut">
              <a:rPr lang="en-IN" smtClean="0"/>
              <a:t>10-07-2026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15B234-64D2-4B7E-A656-D8228828BBCC}" type="slidenum">
              <a:rPr lang="en-IN" smtClean="0"/>
              <a:t>‹#›</a:t>
            </a:fld>
            <a:endParaRPr lang="en-IN"/>
          </a:p>
        </p:txBody>
      </p:sp>
    </p:spTree>
    <p:extLst>
      <p:ext uri="{BB962C8B-B14F-4D97-AF65-F5344CB8AC3E}">
        <p14:creationId xmlns:p14="http://schemas.microsoft.com/office/powerpoint/2010/main" val="523175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F15B234-64D2-4B7E-A656-D8228828BBCC}" type="slidenum">
              <a:rPr lang="en-IN" smtClean="0"/>
              <a:t>4</a:t>
            </a:fld>
            <a:endParaRPr lang="en-IN"/>
          </a:p>
        </p:txBody>
      </p:sp>
    </p:spTree>
    <p:extLst>
      <p:ext uri="{BB962C8B-B14F-4D97-AF65-F5344CB8AC3E}">
        <p14:creationId xmlns:p14="http://schemas.microsoft.com/office/powerpoint/2010/main" val="26410326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88F5244E-AC81-41EB-A82A-7A2B0AD1E76E}" type="datetimeFigureOut">
              <a:rPr lang="en-IN" smtClean="0"/>
              <a:t>10-07-2026</a:t>
            </a:fld>
            <a:endParaRPr lang="en-IN"/>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2A7179FB-0AA5-45C1-B638-DA8F6DB08FAB}" type="slidenum">
              <a:rPr lang="en-IN" smtClean="0"/>
              <a:t>‹#›</a:t>
            </a:fld>
            <a:endParaRPr lang="en-IN"/>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9757388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F5244E-AC81-41EB-A82A-7A2B0AD1E76E}" type="datetimeFigureOut">
              <a:rPr lang="en-IN" smtClean="0"/>
              <a:t>10-07-2026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7179FB-0AA5-45C1-B638-DA8F6DB08FAB}" type="slidenum">
              <a:rPr lang="en-IN" smtClean="0"/>
              <a:t>‹#›</a:t>
            </a:fld>
            <a:endParaRPr lang="en-IN"/>
          </a:p>
        </p:txBody>
      </p:sp>
    </p:spTree>
    <p:extLst>
      <p:ext uri="{BB962C8B-B14F-4D97-AF65-F5344CB8AC3E}">
        <p14:creationId xmlns:p14="http://schemas.microsoft.com/office/powerpoint/2010/main" val="176048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F5244E-AC81-41EB-A82A-7A2B0AD1E76E}" type="datetimeFigureOut">
              <a:rPr lang="en-IN" smtClean="0"/>
              <a:t>10-07-2026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7179FB-0AA5-45C1-B638-DA8F6DB08FAB}" type="slidenum">
              <a:rPr lang="en-IN" smtClean="0"/>
              <a:t>‹#›</a:t>
            </a:fld>
            <a:endParaRPr lang="en-IN"/>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825754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8F5244E-AC81-41EB-A82A-7A2B0AD1E76E}" type="datetimeFigureOut">
              <a:rPr lang="en-IN" smtClean="0"/>
              <a:t>10-07-2026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7179FB-0AA5-45C1-B638-DA8F6DB08FAB}" type="slidenum">
              <a:rPr lang="en-IN" smtClean="0"/>
              <a:t>‹#›</a:t>
            </a:fld>
            <a:endParaRPr lang="en-IN"/>
          </a:p>
        </p:txBody>
      </p:sp>
    </p:spTree>
    <p:extLst>
      <p:ext uri="{BB962C8B-B14F-4D97-AF65-F5344CB8AC3E}">
        <p14:creationId xmlns:p14="http://schemas.microsoft.com/office/powerpoint/2010/main" val="1566229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F5244E-AC81-41EB-A82A-7A2B0AD1E76E}" type="datetimeFigureOut">
              <a:rPr lang="en-IN" smtClean="0"/>
              <a:t>10-07-2026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A7179FB-0AA5-45C1-B638-DA8F6DB08FAB}" type="slidenum">
              <a:rPr lang="en-IN" smtClean="0"/>
              <a:t>‹#›</a:t>
            </a:fld>
            <a:endParaRPr lang="en-IN"/>
          </a:p>
        </p:txBody>
      </p:sp>
    </p:spTree>
    <p:extLst>
      <p:ext uri="{BB962C8B-B14F-4D97-AF65-F5344CB8AC3E}">
        <p14:creationId xmlns:p14="http://schemas.microsoft.com/office/powerpoint/2010/main" val="4226739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8F5244E-AC81-41EB-A82A-7A2B0AD1E76E}" type="datetimeFigureOut">
              <a:rPr lang="en-IN" smtClean="0"/>
              <a:t>10-07-2026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A7179FB-0AA5-45C1-B638-DA8F6DB08FAB}" type="slidenum">
              <a:rPr lang="en-IN" smtClean="0"/>
              <a:t>‹#›</a:t>
            </a:fld>
            <a:endParaRPr lang="en-IN"/>
          </a:p>
        </p:txBody>
      </p:sp>
    </p:spTree>
    <p:extLst>
      <p:ext uri="{BB962C8B-B14F-4D97-AF65-F5344CB8AC3E}">
        <p14:creationId xmlns:p14="http://schemas.microsoft.com/office/powerpoint/2010/main" val="3049380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F5244E-AC81-41EB-A82A-7A2B0AD1E76E}" type="datetimeFigureOut">
              <a:rPr lang="en-IN" smtClean="0"/>
              <a:t>10-07-2026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A7179FB-0AA5-45C1-B638-DA8F6DB08FAB}" type="slidenum">
              <a:rPr lang="en-IN" smtClean="0"/>
              <a:t>‹#›</a:t>
            </a:fld>
            <a:endParaRPr lang="en-IN"/>
          </a:p>
        </p:txBody>
      </p:sp>
    </p:spTree>
    <p:extLst>
      <p:ext uri="{BB962C8B-B14F-4D97-AF65-F5344CB8AC3E}">
        <p14:creationId xmlns:p14="http://schemas.microsoft.com/office/powerpoint/2010/main" val="2205736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8F5244E-AC81-41EB-A82A-7A2B0AD1E76E}" type="datetimeFigureOut">
              <a:rPr lang="en-IN" smtClean="0"/>
              <a:t>10-07-2026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7179FB-0AA5-45C1-B638-DA8F6DB08FAB}" type="slidenum">
              <a:rPr lang="en-IN" smtClean="0"/>
              <a:t>‹#›</a:t>
            </a:fld>
            <a:endParaRPr lang="en-IN"/>
          </a:p>
        </p:txBody>
      </p:sp>
    </p:spTree>
    <p:extLst>
      <p:ext uri="{BB962C8B-B14F-4D97-AF65-F5344CB8AC3E}">
        <p14:creationId xmlns:p14="http://schemas.microsoft.com/office/powerpoint/2010/main" val="24728945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8F5244E-AC81-41EB-A82A-7A2B0AD1E76E}" type="datetimeFigureOut">
              <a:rPr lang="en-IN" smtClean="0"/>
              <a:t>10-07-2026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A7179FB-0AA5-45C1-B638-DA8F6DB08FAB}" type="slidenum">
              <a:rPr lang="en-IN" smtClean="0"/>
              <a:t>‹#›</a:t>
            </a:fld>
            <a:endParaRPr lang="en-IN"/>
          </a:p>
        </p:txBody>
      </p:sp>
    </p:spTree>
    <p:extLst>
      <p:ext uri="{BB962C8B-B14F-4D97-AF65-F5344CB8AC3E}">
        <p14:creationId xmlns:p14="http://schemas.microsoft.com/office/powerpoint/2010/main" val="13819763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F5244E-AC81-41EB-A82A-7A2B0AD1E76E}" type="datetimeFigureOut">
              <a:rPr lang="en-IN" smtClean="0"/>
              <a:t>10-07-2026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7179FB-0AA5-45C1-B638-DA8F6DB08FAB}" type="slidenum">
              <a:rPr lang="en-IN" smtClean="0"/>
              <a:t>‹#›</a:t>
            </a:fld>
            <a:endParaRPr lang="en-IN"/>
          </a:p>
        </p:txBody>
      </p:sp>
    </p:spTree>
    <p:extLst>
      <p:ext uri="{BB962C8B-B14F-4D97-AF65-F5344CB8AC3E}">
        <p14:creationId xmlns:p14="http://schemas.microsoft.com/office/powerpoint/2010/main" val="8618644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F5244E-AC81-41EB-A82A-7A2B0AD1E76E}" type="datetimeFigureOut">
              <a:rPr lang="en-IN" smtClean="0"/>
              <a:t>10-07-2026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A7179FB-0AA5-45C1-B638-DA8F6DB08FAB}" type="slidenum">
              <a:rPr lang="en-IN" smtClean="0"/>
              <a:t>‹#›</a:t>
            </a:fld>
            <a:endParaRPr lang="en-IN"/>
          </a:p>
        </p:txBody>
      </p:sp>
    </p:spTree>
    <p:extLst>
      <p:ext uri="{BB962C8B-B14F-4D97-AF65-F5344CB8AC3E}">
        <p14:creationId xmlns:p14="http://schemas.microsoft.com/office/powerpoint/2010/main" val="1250530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88F5244E-AC81-41EB-A82A-7A2B0AD1E76E}" type="datetimeFigureOut">
              <a:rPr lang="en-IN" smtClean="0"/>
              <a:t>10-07-2026</a:t>
            </a:fld>
            <a:endParaRPr lang="en-IN"/>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IN"/>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2A7179FB-0AA5-45C1-B638-DA8F6DB08FAB}" type="slidenum">
              <a:rPr lang="en-IN" smtClean="0"/>
              <a:t>‹#›</a:t>
            </a:fld>
            <a:endParaRPr lang="en-IN"/>
          </a:p>
        </p:txBody>
      </p:sp>
      <p:sp>
        <p:nvSpPr>
          <p:cNvPr id="9" name="TextBox 8">
            <a:extLst>
              <a:ext uri="{FF2B5EF4-FFF2-40B4-BE49-F238E27FC236}">
                <a16:creationId xmlns:a16="http://schemas.microsoft.com/office/drawing/2014/main" id="{22FDD5F8-01FC-DEEF-8B9E-967357917C1F}"/>
              </a:ext>
            </a:extLst>
          </p:cNvPr>
          <p:cNvSpPr txBox="1"/>
          <p:nvPr userDrawn="1">
            <p:extLst>
              <p:ext uri="{1162E1C5-73C7-4A58-AE30-91384D911F3F}">
                <p184:classification xmlns:p184="http://schemas.microsoft.com/office/powerpoint/2018/4/main" val="hdr"/>
              </p:ext>
            </p:extLst>
          </p:nvPr>
        </p:nvSpPr>
        <p:spPr>
          <a:xfrm>
            <a:off x="63500" y="63500"/>
            <a:ext cx="1119188" cy="152400"/>
          </a:xfrm>
          <a:prstGeom prst="rect">
            <a:avLst/>
          </a:prstGeom>
        </p:spPr>
        <p:txBody>
          <a:bodyPr horzOverflow="overflow" lIns="0" tIns="0" rIns="0" bIns="0">
            <a:spAutoFit/>
          </a:bodyPr>
          <a:lstStyle/>
          <a:p>
            <a:pPr algn="l"/>
            <a:r>
              <a:rPr lang="en-IN" sz="1000">
                <a:solidFill>
                  <a:srgbClr val="747474">
                    <a:alpha val="50000"/>
                  </a:srgbClr>
                </a:solidFill>
                <a:latin typeface="Delivery" panose="020F0503020204020204" pitchFamily="34" charset="0"/>
                <a:ea typeface="Delivery" panose="020F0503020204020204" pitchFamily="34" charset="0"/>
                <a:cs typeface="Delivery" panose="020F0503020204020204" pitchFamily="34" charset="0"/>
              </a:rPr>
              <a:t>FOR INTERNAL USE</a:t>
            </a:r>
          </a:p>
        </p:txBody>
      </p:sp>
    </p:spTree>
    <p:extLst>
      <p:ext uri="{BB962C8B-B14F-4D97-AF65-F5344CB8AC3E}">
        <p14:creationId xmlns:p14="http://schemas.microsoft.com/office/powerpoint/2010/main" val="42287709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ABF2CD4-82B1-3824-711F-2A1863479D9D}"/>
              </a:ext>
            </a:extLst>
          </p:cNvPr>
          <p:cNvPicPr>
            <a:picLocks noChangeAspect="1"/>
          </p:cNvPicPr>
          <p:nvPr/>
        </p:nvPicPr>
        <p:blipFill>
          <a:blip r:embed="rId2">
            <a:duotone>
              <a:prstClr val="black"/>
              <a:schemeClr val="tx2">
                <a:tint val="45000"/>
                <a:satMod val="400000"/>
              </a:schemeClr>
            </a:duotone>
            <a:alphaModFix amt="20000"/>
            <a:extLst>
              <a:ext uri="{28A0092B-C50C-407E-A947-70E740481C1C}">
                <a14:useLocalDpi xmlns:a14="http://schemas.microsoft.com/office/drawing/2010/main" val="0"/>
              </a:ext>
            </a:extLst>
          </a:blip>
          <a:srcRect r="7375"/>
          <a:stretch>
            <a:fillRect/>
          </a:stretch>
        </p:blipFill>
        <p:spPr>
          <a:xfrm>
            <a:off x="20" y="10"/>
            <a:ext cx="11292820" cy="6857990"/>
          </a:xfrm>
          <a:prstGeom prst="rect">
            <a:avLst/>
          </a:prstGeom>
        </p:spPr>
      </p:pic>
      <p:sp>
        <p:nvSpPr>
          <p:cNvPr id="2" name="Title 1">
            <a:extLst>
              <a:ext uri="{FF2B5EF4-FFF2-40B4-BE49-F238E27FC236}">
                <a16:creationId xmlns:a16="http://schemas.microsoft.com/office/drawing/2014/main" id="{724FC046-EAB7-F11A-62CB-64BF36896DC3}"/>
              </a:ext>
            </a:extLst>
          </p:cNvPr>
          <p:cNvSpPr>
            <a:spLocks noGrp="1"/>
          </p:cNvSpPr>
          <p:nvPr>
            <p:ph type="ctrTitle"/>
          </p:nvPr>
        </p:nvSpPr>
        <p:spPr>
          <a:xfrm>
            <a:off x="1261872" y="758952"/>
            <a:ext cx="9418320" cy="4041648"/>
          </a:xfrm>
        </p:spPr>
        <p:txBody>
          <a:bodyPr>
            <a:normAutofit/>
          </a:bodyPr>
          <a:lstStyle/>
          <a:p>
            <a:r>
              <a:rPr lang="en-IN" b="1"/>
              <a:t>My Sales Dashboard</a:t>
            </a:r>
          </a:p>
        </p:txBody>
      </p:sp>
      <p:sp>
        <p:nvSpPr>
          <p:cNvPr id="3" name="Subtitle 2">
            <a:extLst>
              <a:ext uri="{FF2B5EF4-FFF2-40B4-BE49-F238E27FC236}">
                <a16:creationId xmlns:a16="http://schemas.microsoft.com/office/drawing/2014/main" id="{097E3720-2E1D-C514-38F4-A84B90358678}"/>
              </a:ext>
            </a:extLst>
          </p:cNvPr>
          <p:cNvSpPr>
            <a:spLocks noGrp="1"/>
          </p:cNvSpPr>
          <p:nvPr>
            <p:ph type="subTitle" idx="1"/>
          </p:nvPr>
        </p:nvSpPr>
        <p:spPr>
          <a:xfrm>
            <a:off x="1261872" y="4879074"/>
            <a:ext cx="9418320" cy="1613165"/>
          </a:xfrm>
        </p:spPr>
        <p:txBody>
          <a:bodyPr>
            <a:normAutofit/>
          </a:bodyPr>
          <a:lstStyle/>
          <a:p>
            <a:r>
              <a:rPr lang="en-IN">
                <a:solidFill>
                  <a:schemeClr val="tx1">
                    <a:lumMod val="85000"/>
                  </a:schemeClr>
                </a:solidFill>
              </a:rPr>
              <a:t>By Vedika Patel</a:t>
            </a:r>
          </a:p>
        </p:txBody>
      </p:sp>
      <p:sp>
        <p:nvSpPr>
          <p:cNvPr id="27" name="Rectangle 26">
            <a:extLst>
              <a:ext uri="{FF2B5EF4-FFF2-40B4-BE49-F238E27FC236}">
                <a16:creationId xmlns:a16="http://schemas.microsoft.com/office/drawing/2014/main" id="{F774E8E4-3A52-4B19-AFD7-B242CE61A7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51" y="0"/>
            <a:ext cx="457200" cy="6858000"/>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366478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A3D8AB-075F-4BA0-86FD-E58CCD85B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useBgFill="1">
        <p:nvSpPr>
          <p:cNvPr id="10" name="Rectangle 9">
            <a:extLst>
              <a:ext uri="{FF2B5EF4-FFF2-40B4-BE49-F238E27FC236}">
                <a16:creationId xmlns:a16="http://schemas.microsoft.com/office/drawing/2014/main" id="{5DB0431E-0B04-44A1-9C51-531E28D18A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45134A-58A2-59D6-E746-0785952EB4BD}"/>
              </a:ext>
            </a:extLst>
          </p:cNvPr>
          <p:cNvSpPr>
            <a:spLocks noGrp="1"/>
          </p:cNvSpPr>
          <p:nvPr>
            <p:ph type="title"/>
          </p:nvPr>
        </p:nvSpPr>
        <p:spPr>
          <a:xfrm>
            <a:off x="1261872" y="365760"/>
            <a:ext cx="9692640" cy="1325562"/>
          </a:xfrm>
        </p:spPr>
        <p:txBody>
          <a:bodyPr vert="horz" lIns="91440" tIns="45720" rIns="91440" bIns="45720" rtlCol="0" anchor="b">
            <a:normAutofit/>
          </a:bodyPr>
          <a:lstStyle/>
          <a:p>
            <a:r>
              <a:rPr lang="en-US"/>
              <a:t>Goal of my Project</a:t>
            </a:r>
          </a:p>
        </p:txBody>
      </p:sp>
      <p:sp>
        <p:nvSpPr>
          <p:cNvPr id="3" name="TextBox 2">
            <a:extLst>
              <a:ext uri="{FF2B5EF4-FFF2-40B4-BE49-F238E27FC236}">
                <a16:creationId xmlns:a16="http://schemas.microsoft.com/office/drawing/2014/main" id="{3A735FF4-676C-6141-CDDD-82853B616845}"/>
              </a:ext>
            </a:extLst>
          </p:cNvPr>
          <p:cNvSpPr txBox="1"/>
          <p:nvPr/>
        </p:nvSpPr>
        <p:spPr>
          <a:xfrm>
            <a:off x="1120357" y="2416629"/>
            <a:ext cx="8595360" cy="3690258"/>
          </a:xfrm>
          <a:prstGeom prst="rect">
            <a:avLst/>
          </a:prstGeom>
        </p:spPr>
        <p:txBody>
          <a:bodyPr vert="horz" lIns="91440" tIns="45720" rIns="91440" bIns="45720" rtlCol="0">
            <a:normAutofit/>
          </a:bodyPr>
          <a:lstStyle/>
          <a:p>
            <a:pPr marL="342900" indent="-182880" defTabSz="914400">
              <a:spcAft>
                <a:spcPts val="600"/>
              </a:spcAft>
              <a:buClr>
                <a:schemeClr val="accent1"/>
              </a:buClr>
              <a:buFont typeface="Arial" panose="020B0604020202020204" pitchFamily="34" charset="0"/>
              <a:buChar char="•"/>
            </a:pPr>
            <a:r>
              <a:rPr lang="en-US" sz="2400" dirty="0"/>
              <a:t>To implement a Power BI based dashboard for an Online Product Sales Dataset.</a:t>
            </a:r>
          </a:p>
          <a:p>
            <a:pPr marL="342900" indent="-182880" defTabSz="914400">
              <a:spcAft>
                <a:spcPts val="600"/>
              </a:spcAft>
              <a:buClr>
                <a:schemeClr val="accent1"/>
              </a:buClr>
              <a:buFont typeface="Arial" panose="020B0604020202020204" pitchFamily="34" charset="0"/>
              <a:buChar char="•"/>
            </a:pPr>
            <a:r>
              <a:rPr lang="en-US" sz="2400" dirty="0"/>
              <a:t>The process comprised of the data pipeline:</a:t>
            </a:r>
          </a:p>
          <a:p>
            <a:pPr marL="342900" indent="-182880" defTabSz="914400">
              <a:spcAft>
                <a:spcPts val="600"/>
              </a:spcAft>
              <a:buClr>
                <a:schemeClr val="accent1"/>
              </a:buClr>
              <a:buFont typeface="Arial" panose="020B0604020202020204" pitchFamily="34" charset="0"/>
              <a:buChar char="•"/>
            </a:pPr>
            <a:r>
              <a:rPr lang="en-US" sz="2400" dirty="0"/>
              <a:t>1. Data extraction- already done</a:t>
            </a:r>
          </a:p>
          <a:p>
            <a:pPr marL="342900" indent="-182880" defTabSz="914400">
              <a:spcAft>
                <a:spcPts val="600"/>
              </a:spcAft>
              <a:buClr>
                <a:schemeClr val="accent1"/>
              </a:buClr>
              <a:buFont typeface="Arial" panose="020B0604020202020204" pitchFamily="34" charset="0"/>
              <a:buChar char="•"/>
            </a:pPr>
            <a:r>
              <a:rPr lang="en-US" sz="2400" dirty="0"/>
              <a:t>2. Data transformation- data cleaning, standardizing and joining tables</a:t>
            </a:r>
          </a:p>
          <a:p>
            <a:pPr marL="342900" indent="-182880" defTabSz="914400">
              <a:spcAft>
                <a:spcPts val="600"/>
              </a:spcAft>
              <a:buClr>
                <a:schemeClr val="accent1"/>
              </a:buClr>
              <a:buFont typeface="Arial" panose="020B0604020202020204" pitchFamily="34" charset="0"/>
              <a:buChar char="•"/>
            </a:pPr>
            <a:r>
              <a:rPr lang="en-US" sz="2400" dirty="0"/>
              <a:t>3. Service- connecting the tables to a dashboard and generating charts for relevant business metrics</a:t>
            </a:r>
          </a:p>
          <a:p>
            <a:pPr indent="-182880" defTabSz="914400">
              <a:spcAft>
                <a:spcPts val="600"/>
              </a:spcAft>
              <a:buClr>
                <a:schemeClr val="accent1"/>
              </a:buClr>
            </a:pPr>
            <a:endParaRPr lang="en-US" sz="2400" dirty="0"/>
          </a:p>
        </p:txBody>
      </p:sp>
      <p:sp>
        <p:nvSpPr>
          <p:cNvPr id="12" name="Rectangle 11">
            <a:extLst>
              <a:ext uri="{FF2B5EF4-FFF2-40B4-BE49-F238E27FC236}">
                <a16:creationId xmlns:a16="http://schemas.microsoft.com/office/drawing/2014/main" id="{6B424749-EEE0-49C9-9ABF-97B171A3EA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7760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2373503"/>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useBgFill="1">
        <p:nvSpPr>
          <p:cNvPr id="11" name="Rectangle 10">
            <a:extLst>
              <a:ext uri="{FF2B5EF4-FFF2-40B4-BE49-F238E27FC236}">
                <a16:creationId xmlns:a16="http://schemas.microsoft.com/office/drawing/2014/main" id="{D0CDF5D3-7220-42A0-9D37-ECF3BF28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5105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3" name="Rectangle 12">
            <a:extLst>
              <a:ext uri="{FF2B5EF4-FFF2-40B4-BE49-F238E27FC236}">
                <a16:creationId xmlns:a16="http://schemas.microsoft.com/office/drawing/2014/main" id="{64BC717F-58B3-4A4E-BC3B-1B11323AD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5105400"/>
            <a:ext cx="10835640" cy="17526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936823AA-7CBF-B613-79BC-C6F3FB81E895}"/>
              </a:ext>
            </a:extLst>
          </p:cNvPr>
          <p:cNvSpPr>
            <a:spLocks noGrp="1"/>
          </p:cNvSpPr>
          <p:nvPr>
            <p:ph type="title"/>
          </p:nvPr>
        </p:nvSpPr>
        <p:spPr>
          <a:xfrm>
            <a:off x="944183" y="5181600"/>
            <a:ext cx="10156435" cy="1076324"/>
          </a:xfrm>
        </p:spPr>
        <p:txBody>
          <a:bodyPr vert="horz" lIns="91440" tIns="45720" rIns="91440" bIns="45720" rtlCol="0" anchor="b">
            <a:normAutofit/>
          </a:bodyPr>
          <a:lstStyle/>
          <a:p>
            <a:pPr>
              <a:lnSpc>
                <a:spcPct val="85000"/>
              </a:lnSpc>
            </a:pPr>
            <a:r>
              <a:rPr lang="en-US" sz="5400">
                <a:solidFill>
                  <a:srgbClr val="FFFFFF"/>
                </a:solidFill>
              </a:rPr>
              <a:t>Tables and Relationships</a:t>
            </a:r>
          </a:p>
        </p:txBody>
      </p:sp>
      <p:sp>
        <p:nvSpPr>
          <p:cNvPr id="15" name="Rectangle 14">
            <a:extLst>
              <a:ext uri="{FF2B5EF4-FFF2-40B4-BE49-F238E27FC236}">
                <a16:creationId xmlns:a16="http://schemas.microsoft.com/office/drawing/2014/main" id="{1EE75710-64C5-4CA8-8A7C-82EE4125C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FFB954D3-5BEC-0E51-24B9-73E4E23C8065}"/>
              </a:ext>
            </a:extLst>
          </p:cNvPr>
          <p:cNvPicPr>
            <a:picLocks noChangeAspect="1"/>
          </p:cNvPicPr>
          <p:nvPr/>
        </p:nvPicPr>
        <p:blipFill>
          <a:blip r:embed="rId2">
            <a:extLst>
              <a:ext uri="{28A0092B-C50C-407E-A947-70E740481C1C}">
                <a14:useLocalDpi xmlns:a14="http://schemas.microsoft.com/office/drawing/2010/main" val="0"/>
              </a:ext>
            </a:extLst>
          </a:blip>
          <a:srcRect l="5730" t="23619" r="20562" b="14850"/>
          <a:stretch>
            <a:fillRect/>
          </a:stretch>
        </p:blipFill>
        <p:spPr>
          <a:xfrm>
            <a:off x="716596" y="138620"/>
            <a:ext cx="10316847" cy="4828160"/>
          </a:xfrm>
          <a:prstGeom prst="rect">
            <a:avLst/>
          </a:prstGeom>
        </p:spPr>
      </p:pic>
      <p:sp>
        <p:nvSpPr>
          <p:cNvPr id="17" name="Rectangle 16">
            <a:extLst>
              <a:ext uri="{FF2B5EF4-FFF2-40B4-BE49-F238E27FC236}">
                <a16:creationId xmlns:a16="http://schemas.microsoft.com/office/drawing/2014/main" id="{435050B1-74E1-4A81-923D-0F5971A3B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1347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useBgFill="1">
        <p:nvSpPr>
          <p:cNvPr id="10" name="Rectangle 9">
            <a:extLst>
              <a:ext uri="{FF2B5EF4-FFF2-40B4-BE49-F238E27FC236}">
                <a16:creationId xmlns:a16="http://schemas.microsoft.com/office/drawing/2014/main" id="{D0CDF5D3-7220-42A0-9D37-ECF3BF28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5105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2" name="Rectangle 11">
            <a:extLst>
              <a:ext uri="{FF2B5EF4-FFF2-40B4-BE49-F238E27FC236}">
                <a16:creationId xmlns:a16="http://schemas.microsoft.com/office/drawing/2014/main" id="{64BC717F-58B3-4A4E-BC3B-1B11323AD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5105400"/>
            <a:ext cx="10835640" cy="17526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CCDBE9C5-4031-F981-FA85-7B466DB1AE8B}"/>
              </a:ext>
            </a:extLst>
          </p:cNvPr>
          <p:cNvSpPr>
            <a:spLocks noGrp="1"/>
          </p:cNvSpPr>
          <p:nvPr>
            <p:ph type="title"/>
          </p:nvPr>
        </p:nvSpPr>
        <p:spPr>
          <a:xfrm>
            <a:off x="944183" y="5181600"/>
            <a:ext cx="10156435" cy="1076324"/>
          </a:xfrm>
        </p:spPr>
        <p:txBody>
          <a:bodyPr vert="horz" lIns="91440" tIns="45720" rIns="91440" bIns="45720" rtlCol="0" anchor="b">
            <a:normAutofit/>
          </a:bodyPr>
          <a:lstStyle/>
          <a:p>
            <a:pPr>
              <a:lnSpc>
                <a:spcPct val="85000"/>
              </a:lnSpc>
            </a:pPr>
            <a:r>
              <a:rPr lang="en-US" sz="5400">
                <a:solidFill>
                  <a:srgbClr val="FFFFFF"/>
                </a:solidFill>
              </a:rPr>
              <a:t>Overview Page</a:t>
            </a:r>
          </a:p>
        </p:txBody>
      </p:sp>
      <p:sp>
        <p:nvSpPr>
          <p:cNvPr id="14" name="Rectangle 13">
            <a:extLst>
              <a:ext uri="{FF2B5EF4-FFF2-40B4-BE49-F238E27FC236}">
                <a16:creationId xmlns:a16="http://schemas.microsoft.com/office/drawing/2014/main" id="{1EE75710-64C5-4CA8-8A7C-82EE4125C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B02FD7F-6706-0F7E-5B27-819B0875FC73}"/>
              </a:ext>
            </a:extLst>
          </p:cNvPr>
          <p:cNvPicPr>
            <a:picLocks noChangeAspect="1"/>
          </p:cNvPicPr>
          <p:nvPr/>
        </p:nvPicPr>
        <p:blipFill>
          <a:blip r:embed="rId3">
            <a:extLst>
              <a:ext uri="{28A0092B-C50C-407E-A947-70E740481C1C}">
                <a14:useLocalDpi xmlns:a14="http://schemas.microsoft.com/office/drawing/2010/main" val="0"/>
              </a:ext>
            </a:extLst>
          </a:blip>
          <a:srcRect l="12354" t="14430" r="17168" b="14939"/>
          <a:stretch>
            <a:fillRect/>
          </a:stretch>
        </p:blipFill>
        <p:spPr>
          <a:xfrm>
            <a:off x="1682387" y="152834"/>
            <a:ext cx="8785394" cy="4952566"/>
          </a:xfrm>
          <a:prstGeom prst="rect">
            <a:avLst/>
          </a:prstGeom>
        </p:spPr>
      </p:pic>
      <p:sp>
        <p:nvSpPr>
          <p:cNvPr id="16" name="Rectangle 15">
            <a:extLst>
              <a:ext uri="{FF2B5EF4-FFF2-40B4-BE49-F238E27FC236}">
                <a16:creationId xmlns:a16="http://schemas.microsoft.com/office/drawing/2014/main" id="{435050B1-74E1-4A81-923D-0F5971A3B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3652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68C397E-C9BC-4DE8-986D-204E427AD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7" name="Rectangle 6">
            <a:extLst>
              <a:ext uri="{FF2B5EF4-FFF2-40B4-BE49-F238E27FC236}">
                <a16:creationId xmlns:a16="http://schemas.microsoft.com/office/drawing/2014/main" id="{E4CFB4D4-CFF3-4172-AB21-A2B3D1223E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404" y="0"/>
            <a:ext cx="375818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E3C865-5E22-001F-E121-1688A2400F87}"/>
              </a:ext>
            </a:extLst>
          </p:cNvPr>
          <p:cNvSpPr>
            <a:spLocks noGrp="1"/>
          </p:cNvSpPr>
          <p:nvPr>
            <p:ph type="title"/>
          </p:nvPr>
        </p:nvSpPr>
        <p:spPr>
          <a:xfrm>
            <a:off x="8147621" y="804672"/>
            <a:ext cx="2824640" cy="5215128"/>
          </a:xfrm>
        </p:spPr>
        <p:txBody>
          <a:bodyPr vert="horz" lIns="91440" tIns="45720" rIns="91440" bIns="45720" rtlCol="0" anchor="ctr">
            <a:normAutofit/>
          </a:bodyPr>
          <a:lstStyle/>
          <a:p>
            <a:r>
              <a:rPr lang="en-US" sz="3600">
                <a:solidFill>
                  <a:srgbClr val="FFFFFF"/>
                </a:solidFill>
              </a:rPr>
              <a:t>Important measures:</a:t>
            </a:r>
          </a:p>
        </p:txBody>
      </p:sp>
      <p:graphicFrame>
        <p:nvGraphicFramePr>
          <p:cNvPr id="8" name="TextBox 2">
            <a:extLst>
              <a:ext uri="{FF2B5EF4-FFF2-40B4-BE49-F238E27FC236}">
                <a16:creationId xmlns:a16="http://schemas.microsoft.com/office/drawing/2014/main" id="{0176AAD3-780E-3FA8-F50C-2EF68E8C247D}"/>
              </a:ext>
            </a:extLst>
          </p:cNvPr>
          <p:cNvGraphicFramePr/>
          <p:nvPr>
            <p:extLst>
              <p:ext uri="{D42A27DB-BD31-4B8C-83A1-F6EECF244321}">
                <p14:modId xmlns:p14="http://schemas.microsoft.com/office/powerpoint/2010/main" val="624350737"/>
              </p:ext>
            </p:extLst>
          </p:nvPr>
        </p:nvGraphicFramePr>
        <p:xfrm>
          <a:off x="804672" y="804671"/>
          <a:ext cx="5945449" cy="52550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9884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useBgFill="1">
        <p:nvSpPr>
          <p:cNvPr id="11" name="Rectangle 10">
            <a:extLst>
              <a:ext uri="{FF2B5EF4-FFF2-40B4-BE49-F238E27FC236}">
                <a16:creationId xmlns:a16="http://schemas.microsoft.com/office/drawing/2014/main" id="{D0CDF5D3-7220-42A0-9D37-ECF3BF28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5105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3" name="Rectangle 12">
            <a:extLst>
              <a:ext uri="{FF2B5EF4-FFF2-40B4-BE49-F238E27FC236}">
                <a16:creationId xmlns:a16="http://schemas.microsoft.com/office/drawing/2014/main" id="{64BC717F-58B3-4A4E-BC3B-1B11323AD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5105400"/>
            <a:ext cx="10835640" cy="17526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429ED0E2-7475-5DD6-5F5A-04C3E98A6409}"/>
              </a:ext>
            </a:extLst>
          </p:cNvPr>
          <p:cNvSpPr>
            <a:spLocks noGrp="1"/>
          </p:cNvSpPr>
          <p:nvPr>
            <p:ph type="title"/>
          </p:nvPr>
        </p:nvSpPr>
        <p:spPr>
          <a:xfrm>
            <a:off x="944183" y="5181600"/>
            <a:ext cx="10156435" cy="1076324"/>
          </a:xfrm>
        </p:spPr>
        <p:txBody>
          <a:bodyPr vert="horz" lIns="91440" tIns="45720" rIns="91440" bIns="45720" rtlCol="0" anchor="b">
            <a:normAutofit/>
          </a:bodyPr>
          <a:lstStyle/>
          <a:p>
            <a:pPr>
              <a:lnSpc>
                <a:spcPct val="85000"/>
              </a:lnSpc>
            </a:pPr>
            <a:r>
              <a:rPr lang="en-US" sz="5400">
                <a:solidFill>
                  <a:srgbClr val="FFFFFF"/>
                </a:solidFill>
              </a:rPr>
              <a:t>Trends and Fulfilment </a:t>
            </a:r>
          </a:p>
        </p:txBody>
      </p:sp>
      <p:sp>
        <p:nvSpPr>
          <p:cNvPr id="15" name="Rectangle 14">
            <a:extLst>
              <a:ext uri="{FF2B5EF4-FFF2-40B4-BE49-F238E27FC236}">
                <a16:creationId xmlns:a16="http://schemas.microsoft.com/office/drawing/2014/main" id="{1EE75710-64C5-4CA8-8A7C-82EE4125C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D7DB532-516B-9DEF-0532-263C4335A616}"/>
              </a:ext>
            </a:extLst>
          </p:cNvPr>
          <p:cNvPicPr>
            <a:picLocks noChangeAspect="1"/>
          </p:cNvPicPr>
          <p:nvPr/>
        </p:nvPicPr>
        <p:blipFill>
          <a:blip r:embed="rId2">
            <a:extLst>
              <a:ext uri="{28A0092B-C50C-407E-A947-70E740481C1C}">
                <a14:useLocalDpi xmlns:a14="http://schemas.microsoft.com/office/drawing/2010/main" val="0"/>
              </a:ext>
            </a:extLst>
          </a:blip>
          <a:srcRect l="12768" t="15079" r="17500" b="15238"/>
          <a:stretch>
            <a:fillRect/>
          </a:stretch>
        </p:blipFill>
        <p:spPr>
          <a:xfrm>
            <a:off x="1523211" y="150223"/>
            <a:ext cx="8815394" cy="4955177"/>
          </a:xfrm>
          <a:prstGeom prst="rect">
            <a:avLst/>
          </a:prstGeom>
        </p:spPr>
      </p:pic>
      <p:sp>
        <p:nvSpPr>
          <p:cNvPr id="17" name="Rectangle 16">
            <a:extLst>
              <a:ext uri="{FF2B5EF4-FFF2-40B4-BE49-F238E27FC236}">
                <a16:creationId xmlns:a16="http://schemas.microsoft.com/office/drawing/2014/main" id="{435050B1-74E1-4A81-923D-0F5971A3B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4512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68C397E-C9BC-4DE8-986D-204E427AD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2" name="Rectangle 11">
            <a:extLst>
              <a:ext uri="{FF2B5EF4-FFF2-40B4-BE49-F238E27FC236}">
                <a16:creationId xmlns:a16="http://schemas.microsoft.com/office/drawing/2014/main" id="{E4CFB4D4-CFF3-4172-AB21-A2B3D1223E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404" y="0"/>
            <a:ext cx="375818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749D3F-3C54-5693-0F14-7229C7EAE279}"/>
              </a:ext>
            </a:extLst>
          </p:cNvPr>
          <p:cNvSpPr>
            <a:spLocks noGrp="1"/>
          </p:cNvSpPr>
          <p:nvPr>
            <p:ph type="title"/>
          </p:nvPr>
        </p:nvSpPr>
        <p:spPr>
          <a:xfrm>
            <a:off x="8147621" y="804672"/>
            <a:ext cx="2824640" cy="5215128"/>
          </a:xfrm>
        </p:spPr>
        <p:txBody>
          <a:bodyPr vert="horz" lIns="91440" tIns="45720" rIns="91440" bIns="45720" rtlCol="0" anchor="ctr">
            <a:normAutofit/>
          </a:bodyPr>
          <a:lstStyle/>
          <a:p>
            <a:r>
              <a:rPr lang="en-US" sz="3600">
                <a:solidFill>
                  <a:srgbClr val="FFFFFF"/>
                </a:solidFill>
              </a:rPr>
              <a:t>Important measures:</a:t>
            </a:r>
          </a:p>
        </p:txBody>
      </p:sp>
      <p:graphicFrame>
        <p:nvGraphicFramePr>
          <p:cNvPr id="6" name="TextBox 3">
            <a:extLst>
              <a:ext uri="{FF2B5EF4-FFF2-40B4-BE49-F238E27FC236}">
                <a16:creationId xmlns:a16="http://schemas.microsoft.com/office/drawing/2014/main" id="{5ED889D1-49EB-B4A2-8B00-27A2C6AABBA1}"/>
              </a:ext>
            </a:extLst>
          </p:cNvPr>
          <p:cNvGraphicFramePr/>
          <p:nvPr>
            <p:extLst>
              <p:ext uri="{D42A27DB-BD31-4B8C-83A1-F6EECF244321}">
                <p14:modId xmlns:p14="http://schemas.microsoft.com/office/powerpoint/2010/main" val="443665994"/>
              </p:ext>
            </p:extLst>
          </p:nvPr>
        </p:nvGraphicFramePr>
        <p:xfrm>
          <a:off x="804672" y="804671"/>
          <a:ext cx="5945449" cy="52550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8342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useBgFill="1">
        <p:nvSpPr>
          <p:cNvPr id="11" name="Rectangle 10">
            <a:extLst>
              <a:ext uri="{FF2B5EF4-FFF2-40B4-BE49-F238E27FC236}">
                <a16:creationId xmlns:a16="http://schemas.microsoft.com/office/drawing/2014/main" id="{D0CDF5D3-7220-42A0-9D37-ECF3BF28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5105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3" name="Rectangle 12">
            <a:extLst>
              <a:ext uri="{FF2B5EF4-FFF2-40B4-BE49-F238E27FC236}">
                <a16:creationId xmlns:a16="http://schemas.microsoft.com/office/drawing/2014/main" id="{64BC717F-58B3-4A4E-BC3B-1B11323AD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5105400"/>
            <a:ext cx="10835640" cy="17526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0965397D-7EC2-8A76-80AC-95EAB939CEA3}"/>
              </a:ext>
            </a:extLst>
          </p:cNvPr>
          <p:cNvSpPr>
            <a:spLocks noGrp="1"/>
          </p:cNvSpPr>
          <p:nvPr>
            <p:ph type="title"/>
          </p:nvPr>
        </p:nvSpPr>
        <p:spPr>
          <a:xfrm>
            <a:off x="944183" y="5181600"/>
            <a:ext cx="10156435" cy="1076324"/>
          </a:xfrm>
        </p:spPr>
        <p:txBody>
          <a:bodyPr vert="horz" lIns="91440" tIns="45720" rIns="91440" bIns="45720" rtlCol="0" anchor="b">
            <a:normAutofit/>
          </a:bodyPr>
          <a:lstStyle/>
          <a:p>
            <a:pPr>
              <a:lnSpc>
                <a:spcPct val="85000"/>
              </a:lnSpc>
            </a:pPr>
            <a:r>
              <a:rPr lang="en-US" sz="5400">
                <a:solidFill>
                  <a:srgbClr val="FFFFFF"/>
                </a:solidFill>
              </a:rPr>
              <a:t>Operational Drivers</a:t>
            </a:r>
          </a:p>
        </p:txBody>
      </p:sp>
      <p:sp>
        <p:nvSpPr>
          <p:cNvPr id="15" name="Rectangle 14">
            <a:extLst>
              <a:ext uri="{FF2B5EF4-FFF2-40B4-BE49-F238E27FC236}">
                <a16:creationId xmlns:a16="http://schemas.microsoft.com/office/drawing/2014/main" id="{1EE75710-64C5-4CA8-8A7C-82EE4125C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675F61F-B308-78F9-86A9-754D181F2A70}"/>
              </a:ext>
            </a:extLst>
          </p:cNvPr>
          <p:cNvPicPr>
            <a:picLocks noChangeAspect="1"/>
          </p:cNvPicPr>
          <p:nvPr/>
        </p:nvPicPr>
        <p:blipFill>
          <a:blip r:embed="rId2">
            <a:extLst>
              <a:ext uri="{28A0092B-C50C-407E-A947-70E740481C1C}">
                <a14:useLocalDpi xmlns:a14="http://schemas.microsoft.com/office/drawing/2010/main" val="0"/>
              </a:ext>
            </a:extLst>
          </a:blip>
          <a:srcRect l="12679" t="15396" r="17679" b="17008"/>
          <a:stretch>
            <a:fillRect/>
          </a:stretch>
        </p:blipFill>
        <p:spPr>
          <a:xfrm>
            <a:off x="1335676" y="75520"/>
            <a:ext cx="9239137" cy="5029880"/>
          </a:xfrm>
          <a:prstGeom prst="rect">
            <a:avLst/>
          </a:prstGeom>
        </p:spPr>
      </p:pic>
      <p:sp>
        <p:nvSpPr>
          <p:cNvPr id="17" name="Rectangle 16">
            <a:extLst>
              <a:ext uri="{FF2B5EF4-FFF2-40B4-BE49-F238E27FC236}">
                <a16:creationId xmlns:a16="http://schemas.microsoft.com/office/drawing/2014/main" id="{435050B1-74E1-4A81-923D-0F5971A3B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11025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68C397E-C9BC-4DE8-986D-204E427AD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 name="Rectangle 10">
            <a:extLst>
              <a:ext uri="{FF2B5EF4-FFF2-40B4-BE49-F238E27FC236}">
                <a16:creationId xmlns:a16="http://schemas.microsoft.com/office/drawing/2014/main" id="{E4CFB4D4-CFF3-4172-AB21-A2B3D1223E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404" y="0"/>
            <a:ext cx="375818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02AEC5-1C31-CC88-5DA0-7E44CE3289F7}"/>
              </a:ext>
            </a:extLst>
          </p:cNvPr>
          <p:cNvSpPr>
            <a:spLocks noGrp="1"/>
          </p:cNvSpPr>
          <p:nvPr>
            <p:ph type="title"/>
          </p:nvPr>
        </p:nvSpPr>
        <p:spPr>
          <a:xfrm>
            <a:off x="8147621" y="804672"/>
            <a:ext cx="2824640" cy="5215128"/>
          </a:xfrm>
        </p:spPr>
        <p:txBody>
          <a:bodyPr vert="horz" lIns="91440" tIns="45720" rIns="91440" bIns="45720" rtlCol="0" anchor="ctr">
            <a:normAutofit/>
          </a:bodyPr>
          <a:lstStyle/>
          <a:p>
            <a:r>
              <a:rPr lang="en-US" sz="3600">
                <a:solidFill>
                  <a:srgbClr val="FFFFFF"/>
                </a:solidFill>
              </a:rPr>
              <a:t>Important Measures:</a:t>
            </a:r>
          </a:p>
        </p:txBody>
      </p:sp>
      <p:graphicFrame>
        <p:nvGraphicFramePr>
          <p:cNvPr id="5" name="TextBox 2">
            <a:extLst>
              <a:ext uri="{FF2B5EF4-FFF2-40B4-BE49-F238E27FC236}">
                <a16:creationId xmlns:a16="http://schemas.microsoft.com/office/drawing/2014/main" id="{B07F021E-5CBA-C8A1-9D51-A5265110A3FF}"/>
              </a:ext>
            </a:extLst>
          </p:cNvPr>
          <p:cNvGraphicFramePr/>
          <p:nvPr>
            <p:extLst>
              <p:ext uri="{D42A27DB-BD31-4B8C-83A1-F6EECF244321}">
                <p14:modId xmlns:p14="http://schemas.microsoft.com/office/powerpoint/2010/main" val="838559722"/>
              </p:ext>
            </p:extLst>
          </p:nvPr>
        </p:nvGraphicFramePr>
        <p:xfrm>
          <a:off x="804672" y="804671"/>
          <a:ext cx="5945449" cy="52550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30339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useBgFill="1">
        <p:nvSpPr>
          <p:cNvPr id="11" name="Rectangle 10">
            <a:extLst>
              <a:ext uri="{FF2B5EF4-FFF2-40B4-BE49-F238E27FC236}">
                <a16:creationId xmlns:a16="http://schemas.microsoft.com/office/drawing/2014/main" id="{D0CDF5D3-7220-42A0-9D37-ECF3BF28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5105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3" name="Rectangle 12">
            <a:extLst>
              <a:ext uri="{FF2B5EF4-FFF2-40B4-BE49-F238E27FC236}">
                <a16:creationId xmlns:a16="http://schemas.microsoft.com/office/drawing/2014/main" id="{64BC717F-58B3-4A4E-BC3B-1B11323AD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5105400"/>
            <a:ext cx="10835640" cy="17526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558065E6-5698-0D56-7B37-0E4435A2B3A6}"/>
              </a:ext>
            </a:extLst>
          </p:cNvPr>
          <p:cNvSpPr>
            <a:spLocks noGrp="1"/>
          </p:cNvSpPr>
          <p:nvPr>
            <p:ph type="title"/>
          </p:nvPr>
        </p:nvSpPr>
        <p:spPr>
          <a:xfrm>
            <a:off x="944183" y="5181600"/>
            <a:ext cx="10156435" cy="1076324"/>
          </a:xfrm>
        </p:spPr>
        <p:txBody>
          <a:bodyPr vert="horz" lIns="91440" tIns="45720" rIns="91440" bIns="45720" rtlCol="0" anchor="b">
            <a:normAutofit/>
          </a:bodyPr>
          <a:lstStyle/>
          <a:p>
            <a:pPr>
              <a:lnSpc>
                <a:spcPct val="85000"/>
              </a:lnSpc>
            </a:pPr>
            <a:r>
              <a:rPr lang="en-US" sz="5400">
                <a:solidFill>
                  <a:srgbClr val="FFFFFF"/>
                </a:solidFill>
              </a:rPr>
              <a:t>Financial Breakdown</a:t>
            </a:r>
          </a:p>
        </p:txBody>
      </p:sp>
      <p:sp>
        <p:nvSpPr>
          <p:cNvPr id="15" name="Rectangle 14">
            <a:extLst>
              <a:ext uri="{FF2B5EF4-FFF2-40B4-BE49-F238E27FC236}">
                <a16:creationId xmlns:a16="http://schemas.microsoft.com/office/drawing/2014/main" id="{1EE75710-64C5-4CA8-8A7C-82EE4125C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9561189-1C31-0BB1-3FC5-C53A00A6617F}"/>
              </a:ext>
            </a:extLst>
          </p:cNvPr>
          <p:cNvPicPr>
            <a:picLocks noChangeAspect="1"/>
          </p:cNvPicPr>
          <p:nvPr/>
        </p:nvPicPr>
        <p:blipFill>
          <a:blip r:embed="rId2">
            <a:extLst>
              <a:ext uri="{28A0092B-C50C-407E-A947-70E740481C1C}">
                <a14:useLocalDpi xmlns:a14="http://schemas.microsoft.com/office/drawing/2010/main" val="0"/>
              </a:ext>
            </a:extLst>
          </a:blip>
          <a:srcRect l="12857" t="14921" r="17589" b="16667"/>
          <a:stretch>
            <a:fillRect/>
          </a:stretch>
        </p:blipFill>
        <p:spPr>
          <a:xfrm>
            <a:off x="1503828" y="100831"/>
            <a:ext cx="8897012" cy="5004569"/>
          </a:xfrm>
          <a:prstGeom prst="rect">
            <a:avLst/>
          </a:prstGeom>
        </p:spPr>
      </p:pic>
      <p:sp>
        <p:nvSpPr>
          <p:cNvPr id="17" name="Rectangle 16">
            <a:extLst>
              <a:ext uri="{FF2B5EF4-FFF2-40B4-BE49-F238E27FC236}">
                <a16:creationId xmlns:a16="http://schemas.microsoft.com/office/drawing/2014/main" id="{435050B1-74E1-4A81-923D-0F5971A3B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219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68C397E-C9BC-4DE8-986D-204E427AD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2" name="Rectangle 21">
            <a:extLst>
              <a:ext uri="{FF2B5EF4-FFF2-40B4-BE49-F238E27FC236}">
                <a16:creationId xmlns:a16="http://schemas.microsoft.com/office/drawing/2014/main" id="{E4CFB4D4-CFF3-4172-AB21-A2B3D1223E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404" y="0"/>
            <a:ext cx="375818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EC1E7B-36E0-161B-F049-BFBBF528755C}"/>
              </a:ext>
            </a:extLst>
          </p:cNvPr>
          <p:cNvSpPr>
            <a:spLocks noGrp="1"/>
          </p:cNvSpPr>
          <p:nvPr>
            <p:ph type="title"/>
          </p:nvPr>
        </p:nvSpPr>
        <p:spPr>
          <a:xfrm>
            <a:off x="8147621" y="804672"/>
            <a:ext cx="2824640" cy="5215128"/>
          </a:xfrm>
        </p:spPr>
        <p:txBody>
          <a:bodyPr vert="horz" lIns="91440" tIns="45720" rIns="91440" bIns="45720" rtlCol="0" anchor="ctr">
            <a:normAutofit/>
          </a:bodyPr>
          <a:lstStyle/>
          <a:p>
            <a:r>
              <a:rPr lang="en-US" sz="3600">
                <a:solidFill>
                  <a:srgbClr val="FFFFFF"/>
                </a:solidFill>
              </a:rPr>
              <a:t>Important Measures:</a:t>
            </a:r>
          </a:p>
        </p:txBody>
      </p:sp>
      <p:graphicFrame>
        <p:nvGraphicFramePr>
          <p:cNvPr id="5" name="TextBox 2">
            <a:extLst>
              <a:ext uri="{FF2B5EF4-FFF2-40B4-BE49-F238E27FC236}">
                <a16:creationId xmlns:a16="http://schemas.microsoft.com/office/drawing/2014/main" id="{CB5BD697-B9FD-BD07-D721-140436B4B4A7}"/>
              </a:ext>
            </a:extLst>
          </p:cNvPr>
          <p:cNvGraphicFramePr/>
          <p:nvPr>
            <p:extLst>
              <p:ext uri="{D42A27DB-BD31-4B8C-83A1-F6EECF244321}">
                <p14:modId xmlns:p14="http://schemas.microsoft.com/office/powerpoint/2010/main" val="3818554924"/>
              </p:ext>
            </p:extLst>
          </p:nvPr>
        </p:nvGraphicFramePr>
        <p:xfrm>
          <a:off x="804672" y="804671"/>
          <a:ext cx="5945449" cy="52550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672072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7D863-F4EC-A2CF-5B83-88553E100B9C}"/>
              </a:ext>
            </a:extLst>
          </p:cNvPr>
          <p:cNvSpPr>
            <a:spLocks noGrp="1"/>
          </p:cNvSpPr>
          <p:nvPr>
            <p:ph type="ctrTitle"/>
          </p:nvPr>
        </p:nvSpPr>
        <p:spPr>
          <a:xfrm>
            <a:off x="1102282" y="3749041"/>
            <a:ext cx="10134678" cy="1635760"/>
          </a:xfrm>
        </p:spPr>
        <p:txBody>
          <a:bodyPr>
            <a:normAutofit/>
          </a:bodyPr>
          <a:lstStyle/>
          <a:p>
            <a:pPr algn="ctr"/>
            <a:r>
              <a:rPr lang="en-IN" sz="6800"/>
              <a:t>Thank You!</a:t>
            </a:r>
          </a:p>
        </p:txBody>
      </p:sp>
      <p:pic>
        <p:nvPicPr>
          <p:cNvPr id="6" name="Graphic 5" descr="Handshake">
            <a:extLst>
              <a:ext uri="{FF2B5EF4-FFF2-40B4-BE49-F238E27FC236}">
                <a16:creationId xmlns:a16="http://schemas.microsoft.com/office/drawing/2014/main" id="{00335BAD-61E2-47F6-E8BE-5138ECDCA9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748915" y="643467"/>
            <a:ext cx="2841413" cy="2841413"/>
          </a:xfrm>
          <a:prstGeom prst="rect">
            <a:avLst/>
          </a:prstGeom>
        </p:spPr>
      </p:pic>
    </p:spTree>
    <p:extLst>
      <p:ext uri="{BB962C8B-B14F-4D97-AF65-F5344CB8AC3E}">
        <p14:creationId xmlns:p14="http://schemas.microsoft.com/office/powerpoint/2010/main" val="2969393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6"/>
                                        </p:tgtEl>
                                        <p:attrNameLst>
                                          <p:attrName>style.visibility</p:attrName>
                                        </p:attrNameLst>
                                      </p:cBhvr>
                                      <p:to>
                                        <p:strVal val="visible"/>
                                      </p:to>
                                    </p:set>
                                    <p:animEffect transition="in" filter="fade">
                                      <p:cBhvr>
                                        <p:cTn id="10"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36915f3-2f02-4945-8997-f2963298db46}" enabled="1" method="Standard" siteId="{cd99fef8-1cd3-4a2a-9bdf-15531181d65e}" removed="0"/>
</clbl:labelList>
</file>

<file path=docProps/app.xml><?xml version="1.0" encoding="utf-8"?>
<Properties xmlns="http://schemas.openxmlformats.org/officeDocument/2006/extended-properties" xmlns:vt="http://schemas.openxmlformats.org/officeDocument/2006/docPropsVTypes">
  <Template>TM03457515[[fn=View]]</Template>
  <TotalTime>71</TotalTime>
  <Words>485</Words>
  <Application>Microsoft Office PowerPoint</Application>
  <PresentationFormat>Widescreen</PresentationFormat>
  <Paragraphs>33</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Century Schoolbook</vt:lpstr>
      <vt:lpstr>Delivery</vt:lpstr>
      <vt:lpstr>Wingdings 2</vt:lpstr>
      <vt:lpstr>View</vt:lpstr>
      <vt:lpstr>My Sales Dashboard</vt:lpstr>
      <vt:lpstr>Goal of my Project</vt:lpstr>
      <vt:lpstr>Tables and Relationships</vt:lpstr>
      <vt:lpstr>Overview Page</vt:lpstr>
      <vt:lpstr>Important measures:</vt:lpstr>
      <vt:lpstr>Trends and Fulfilment </vt:lpstr>
      <vt:lpstr>Important measures:</vt:lpstr>
      <vt:lpstr>Operational Drivers</vt:lpstr>
      <vt:lpstr>Important Measures:</vt:lpstr>
      <vt:lpstr>Financial Breakdown</vt:lpstr>
      <vt:lpstr>Important Measures:</vt:lpstr>
      <vt:lpstr>Thank You!</vt:lpstr>
    </vt:vector>
  </TitlesOfParts>
  <Company>DHL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Vedika Patel (DHL eCom Blue Dart IN), external</dc:creator>
  <cp:lastModifiedBy>Vedika Patel (DHL eCom Blue Dart IN), external</cp:lastModifiedBy>
  <cp:revision>1</cp:revision>
  <dcterms:created xsi:type="dcterms:W3CDTF">2026-07-10T05:29:09Z</dcterms:created>
  <dcterms:modified xsi:type="dcterms:W3CDTF">2026-07-10T06:55:02Z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View:9</vt:lpwstr>
  </property>
  <property fmtid="{D5CDD505-2E9C-101B-9397-08002B2CF9AE}" pid="3" name="ClassificationContentMarkingHeaderText">
    <vt:lpwstr>FOR INTERNAL USE</vt:lpwstr>
  </property>
</Properties>
</file>